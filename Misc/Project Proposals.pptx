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EB482-6859-4AC3-9F99-E4948CC9E146}" v="4" dt="2025-01-15T01:21:35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ialdea, Charlie A." userId="9e35d8cb-5b11-4465-aeb1-7a0bc5f78818" providerId="ADAL" clId="{FD0EB482-6859-4AC3-9F99-E4948CC9E146}"/>
    <pc:docChg chg="undo custSel addSld modSld sldOrd addMainMaster delMainMaster">
      <pc:chgData name="Medialdea, Charlie A." userId="9e35d8cb-5b11-4465-aeb1-7a0bc5f78818" providerId="ADAL" clId="{FD0EB482-6859-4AC3-9F99-E4948CC9E146}" dt="2025-01-15T06:40:00.496" v="1485" actId="20577"/>
      <pc:docMkLst>
        <pc:docMk/>
      </pc:docMkLst>
      <pc:sldChg chg="addSp modSp new mod setBg modClrScheme chgLayout">
        <pc:chgData name="Medialdea, Charlie A." userId="9e35d8cb-5b11-4465-aeb1-7a0bc5f78818" providerId="ADAL" clId="{FD0EB482-6859-4AC3-9F99-E4948CC9E146}" dt="2025-01-14T04:44:49.380" v="147" actId="20577"/>
        <pc:sldMkLst>
          <pc:docMk/>
          <pc:sldMk cId="648334030" sldId="256"/>
        </pc:sldMkLst>
        <pc:spChg chg="mod">
          <ac:chgData name="Medialdea, Charlie A." userId="9e35d8cb-5b11-4465-aeb1-7a0bc5f78818" providerId="ADAL" clId="{FD0EB482-6859-4AC3-9F99-E4948CC9E146}" dt="2025-01-14T04:44:11.679" v="94" actId="20577"/>
          <ac:spMkLst>
            <pc:docMk/>
            <pc:sldMk cId="648334030" sldId="256"/>
            <ac:spMk id="2" creationId="{845397BC-0344-D5A5-FCC2-76320F986727}"/>
          </ac:spMkLst>
        </pc:spChg>
        <pc:spChg chg="mod">
          <ac:chgData name="Medialdea, Charlie A." userId="9e35d8cb-5b11-4465-aeb1-7a0bc5f78818" providerId="ADAL" clId="{FD0EB482-6859-4AC3-9F99-E4948CC9E146}" dt="2025-01-14T04:44:49.380" v="147" actId="20577"/>
          <ac:spMkLst>
            <pc:docMk/>
            <pc:sldMk cId="648334030" sldId="256"/>
            <ac:spMk id="3" creationId="{4A084F5F-FCD0-0CA2-1CFC-F5F6FD371210}"/>
          </ac:spMkLst>
        </pc:spChg>
        <pc:spChg chg="add">
          <ac:chgData name="Medialdea, Charlie A." userId="9e35d8cb-5b11-4465-aeb1-7a0bc5f78818" providerId="ADAL" clId="{FD0EB482-6859-4AC3-9F99-E4948CC9E146}" dt="2025-01-14T04:43:31.085" v="2" actId="26606"/>
          <ac:spMkLst>
            <pc:docMk/>
            <pc:sldMk cId="648334030" sldId="256"/>
            <ac:spMk id="9" creationId="{742DFF2D-EA41-4CBE-9659-C2917E4882E5}"/>
          </ac:spMkLst>
        </pc:spChg>
        <pc:picChg chg="add">
          <ac:chgData name="Medialdea, Charlie A." userId="9e35d8cb-5b11-4465-aeb1-7a0bc5f78818" providerId="ADAL" clId="{FD0EB482-6859-4AC3-9F99-E4948CC9E146}" dt="2025-01-14T04:43:31.085" v="2" actId="26606"/>
          <ac:picMkLst>
            <pc:docMk/>
            <pc:sldMk cId="648334030" sldId="256"/>
            <ac:picMk id="4" creationId="{FC5488B7-5DE8-0274-4F8C-1D56AD329530}"/>
          </ac:picMkLst>
        </pc:picChg>
      </pc:sldChg>
      <pc:sldChg chg="addSp modSp new mod">
        <pc:chgData name="Medialdea, Charlie A." userId="9e35d8cb-5b11-4465-aeb1-7a0bc5f78818" providerId="ADAL" clId="{FD0EB482-6859-4AC3-9F99-E4948CC9E146}" dt="2025-01-14T05:38:40.629" v="1323" actId="20577"/>
        <pc:sldMkLst>
          <pc:docMk/>
          <pc:sldMk cId="1114890914" sldId="257"/>
        </pc:sldMkLst>
        <pc:spChg chg="mod">
          <ac:chgData name="Medialdea, Charlie A." userId="9e35d8cb-5b11-4465-aeb1-7a0bc5f78818" providerId="ADAL" clId="{FD0EB482-6859-4AC3-9F99-E4948CC9E146}" dt="2025-01-14T05:38:40.629" v="1323" actId="20577"/>
          <ac:spMkLst>
            <pc:docMk/>
            <pc:sldMk cId="1114890914" sldId="257"/>
            <ac:spMk id="2" creationId="{6FBF032D-0024-AD3E-A28D-C73BDC8B440C}"/>
          </ac:spMkLst>
        </pc:spChg>
        <pc:spChg chg="mod">
          <ac:chgData name="Medialdea, Charlie A." userId="9e35d8cb-5b11-4465-aeb1-7a0bc5f78818" providerId="ADAL" clId="{FD0EB482-6859-4AC3-9F99-E4948CC9E146}" dt="2025-01-14T05:25:29.564" v="768" actId="20577"/>
          <ac:spMkLst>
            <pc:docMk/>
            <pc:sldMk cId="1114890914" sldId="257"/>
            <ac:spMk id="3" creationId="{7F82BE5F-E582-3892-91CA-A0C6C977549D}"/>
          </ac:spMkLst>
        </pc:spChg>
        <pc:spChg chg="add">
          <ac:chgData name="Medialdea, Charlie A." userId="9e35d8cb-5b11-4465-aeb1-7a0bc5f78818" providerId="ADAL" clId="{FD0EB482-6859-4AC3-9F99-E4948CC9E146}" dt="2025-01-14T05:13:29.360" v="259"/>
          <ac:spMkLst>
            <pc:docMk/>
            <pc:sldMk cId="1114890914" sldId="257"/>
            <ac:spMk id="4" creationId="{E3720ECA-DE9E-8331-A381-4B3FCDFDB1DE}"/>
          </ac:spMkLst>
        </pc:spChg>
      </pc:sldChg>
      <pc:sldChg chg="modSp new mod ord">
        <pc:chgData name="Medialdea, Charlie A." userId="9e35d8cb-5b11-4465-aeb1-7a0bc5f78818" providerId="ADAL" clId="{FD0EB482-6859-4AC3-9F99-E4948CC9E146}" dt="2025-01-15T06:40:00.496" v="1485" actId="20577"/>
        <pc:sldMkLst>
          <pc:docMk/>
          <pc:sldMk cId="791046496" sldId="258"/>
        </pc:sldMkLst>
        <pc:spChg chg="mod">
          <ac:chgData name="Medialdea, Charlie A." userId="9e35d8cb-5b11-4465-aeb1-7a0bc5f78818" providerId="ADAL" clId="{FD0EB482-6859-4AC3-9F99-E4948CC9E146}" dt="2025-01-15T06:40:00.496" v="1485" actId="20577"/>
          <ac:spMkLst>
            <pc:docMk/>
            <pc:sldMk cId="791046496" sldId="258"/>
            <ac:spMk id="2" creationId="{67F02C9C-FCD7-56E8-F763-43982AF5EE5A}"/>
          </ac:spMkLst>
        </pc:spChg>
        <pc:spChg chg="mod">
          <ac:chgData name="Medialdea, Charlie A." userId="9e35d8cb-5b11-4465-aeb1-7a0bc5f78818" providerId="ADAL" clId="{FD0EB482-6859-4AC3-9F99-E4948CC9E146}" dt="2025-01-14T05:38:08.936" v="1306" actId="20577"/>
          <ac:spMkLst>
            <pc:docMk/>
            <pc:sldMk cId="791046496" sldId="258"/>
            <ac:spMk id="3" creationId="{B09236A2-EF45-FAAB-CF4C-8C8D02889C48}"/>
          </ac:spMkLst>
        </pc:spChg>
      </pc:sldChg>
      <pc:sldChg chg="modSp new mod">
        <pc:chgData name="Medialdea, Charlie A." userId="9e35d8cb-5b11-4465-aeb1-7a0bc5f78818" providerId="ADAL" clId="{FD0EB482-6859-4AC3-9F99-E4948CC9E146}" dt="2025-01-15T01:20:32.084" v="1470" actId="20577"/>
        <pc:sldMkLst>
          <pc:docMk/>
          <pc:sldMk cId="4132799183" sldId="259"/>
        </pc:sldMkLst>
        <pc:spChg chg="mod">
          <ac:chgData name="Medialdea, Charlie A." userId="9e35d8cb-5b11-4465-aeb1-7a0bc5f78818" providerId="ADAL" clId="{FD0EB482-6859-4AC3-9F99-E4948CC9E146}" dt="2025-01-15T01:20:32.084" v="1470" actId="20577"/>
          <ac:spMkLst>
            <pc:docMk/>
            <pc:sldMk cId="4132799183" sldId="259"/>
            <ac:spMk id="2" creationId="{C50391DF-D73E-A6C5-6B8D-92299D95ECF1}"/>
          </ac:spMkLst>
        </pc:spChg>
        <pc:spChg chg="mod">
          <ac:chgData name="Medialdea, Charlie A." userId="9e35d8cb-5b11-4465-aeb1-7a0bc5f78818" providerId="ADAL" clId="{FD0EB482-6859-4AC3-9F99-E4948CC9E146}" dt="2025-01-14T05:45:55.432" v="1397" actId="20577"/>
          <ac:spMkLst>
            <pc:docMk/>
            <pc:sldMk cId="4132799183" sldId="259"/>
            <ac:spMk id="3" creationId="{D7FD41B0-00C1-E11C-0ED3-B396D8A1CFDF}"/>
          </ac:spMkLst>
        </pc:spChg>
      </pc:sldChg>
      <pc:sldChg chg="addSp modSp new mod setBg">
        <pc:chgData name="Medialdea, Charlie A." userId="9e35d8cb-5b11-4465-aeb1-7a0bc5f78818" providerId="ADAL" clId="{FD0EB482-6859-4AC3-9F99-E4948CC9E146}" dt="2025-01-15T06:39:56.388" v="1483" actId="20577"/>
        <pc:sldMkLst>
          <pc:docMk/>
          <pc:sldMk cId="2628719027" sldId="260"/>
        </pc:sldMkLst>
        <pc:spChg chg="mod">
          <ac:chgData name="Medialdea, Charlie A." userId="9e35d8cb-5b11-4465-aeb1-7a0bc5f78818" providerId="ADAL" clId="{FD0EB482-6859-4AC3-9F99-E4948CC9E146}" dt="2025-01-15T06:39:56.388" v="1483" actId="20577"/>
          <ac:spMkLst>
            <pc:docMk/>
            <pc:sldMk cId="2628719027" sldId="260"/>
            <ac:spMk id="2" creationId="{20BB5247-D958-4074-421E-9E9203272206}"/>
          </ac:spMkLst>
        </pc:spChg>
        <pc:spChg chg="mod">
          <ac:chgData name="Medialdea, Charlie A." userId="9e35d8cb-5b11-4465-aeb1-7a0bc5f78818" providerId="ADAL" clId="{FD0EB482-6859-4AC3-9F99-E4948CC9E146}" dt="2025-01-15T01:21:49.802" v="1474" actId="26606"/>
          <ac:spMkLst>
            <pc:docMk/>
            <pc:sldMk cId="2628719027" sldId="260"/>
            <ac:spMk id="3" creationId="{5009D821-4FA7-4AB8-6ED6-241EC31D56FE}"/>
          </ac:spMkLst>
        </pc:spChg>
        <pc:spChg chg="add">
          <ac:chgData name="Medialdea, Charlie A." userId="9e35d8cb-5b11-4465-aeb1-7a0bc5f78818" providerId="ADAL" clId="{FD0EB482-6859-4AC3-9F99-E4948CC9E146}" dt="2025-01-15T01:21:49.802" v="1474" actId="26606"/>
          <ac:spMkLst>
            <pc:docMk/>
            <pc:sldMk cId="2628719027" sldId="260"/>
            <ac:spMk id="9" creationId="{2A3E2477-CB24-4FE6-B9C0-F9800FF83EF6}"/>
          </ac:spMkLst>
        </pc:spChg>
        <pc:spChg chg="add">
          <ac:chgData name="Medialdea, Charlie A." userId="9e35d8cb-5b11-4465-aeb1-7a0bc5f78818" providerId="ADAL" clId="{FD0EB482-6859-4AC3-9F99-E4948CC9E146}" dt="2025-01-15T01:21:49.802" v="1474" actId="26606"/>
          <ac:spMkLst>
            <pc:docMk/>
            <pc:sldMk cId="2628719027" sldId="260"/>
            <ac:spMk id="11" creationId="{B965638C-2268-4A1B-96C3-95E79EF44B96}"/>
          </ac:spMkLst>
        </pc:spChg>
        <pc:spChg chg="add">
          <ac:chgData name="Medialdea, Charlie A." userId="9e35d8cb-5b11-4465-aeb1-7a0bc5f78818" providerId="ADAL" clId="{FD0EB482-6859-4AC3-9F99-E4948CC9E146}" dt="2025-01-15T01:21:49.802" v="1474" actId="26606"/>
          <ac:spMkLst>
            <pc:docMk/>
            <pc:sldMk cId="2628719027" sldId="260"/>
            <ac:spMk id="13" creationId="{97D0825D-5142-4F4A-A141-3CCD5E99CB4F}"/>
          </ac:spMkLst>
        </pc:spChg>
        <pc:picChg chg="add mod">
          <ac:chgData name="Medialdea, Charlie A." userId="9e35d8cb-5b11-4465-aeb1-7a0bc5f78818" providerId="ADAL" clId="{FD0EB482-6859-4AC3-9F99-E4948CC9E146}" dt="2025-01-15T01:22:06.217" v="1479" actId="14100"/>
          <ac:picMkLst>
            <pc:docMk/>
            <pc:sldMk cId="2628719027" sldId="260"/>
            <ac:picMk id="4" creationId="{CC58E1E8-92C5-DCBB-1F05-0AD417F24349}"/>
          </ac:picMkLst>
        </pc:picChg>
      </pc:sldChg>
      <pc:sldMasterChg chg="del delSldLayout">
        <pc:chgData name="Medialdea, Charlie A." userId="9e35d8cb-5b11-4465-aeb1-7a0bc5f78818" providerId="ADAL" clId="{FD0EB482-6859-4AC3-9F99-E4948CC9E146}" dt="2025-01-14T04:43:31.085" v="2" actId="26606"/>
        <pc:sldMasterMkLst>
          <pc:docMk/>
          <pc:sldMasterMk cId="261470174" sldId="2147483660"/>
        </pc:sldMasterMkLst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2261287004" sldId="2147483661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1591470178" sldId="2147483662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1393905306" sldId="2147483663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3989358173" sldId="2147483664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730448205" sldId="2147483665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1858197901" sldId="2147483666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1560900028" sldId="2147483667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437070344" sldId="2147483668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3701649630" sldId="2147483669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529593427" sldId="2147483670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2096480924" sldId="2147483671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6846534" sldId="2147483672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1035743277" sldId="2147483673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769289488" sldId="2147483674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3640178366" sldId="2147483675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4081853003" sldId="2147483676"/>
          </pc:sldLayoutMkLst>
        </pc:sldLayoutChg>
        <pc:sldLayoutChg chg="del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261470174" sldId="2147483660"/>
            <pc:sldLayoutMk cId="3109380990" sldId="2147483677"/>
          </pc:sldLayoutMkLst>
        </pc:sldLayoutChg>
      </pc:sldMasterChg>
      <pc:sldMasterChg chg="add addSldLayout">
        <pc:chgData name="Medialdea, Charlie A." userId="9e35d8cb-5b11-4465-aeb1-7a0bc5f78818" providerId="ADAL" clId="{FD0EB482-6859-4AC3-9F99-E4948CC9E146}" dt="2025-01-14T04:43:31.085" v="2" actId="26606"/>
        <pc:sldMasterMkLst>
          <pc:docMk/>
          <pc:sldMasterMk cId="3663436153" sldId="2147483685"/>
        </pc:sldMasterMkLst>
        <pc:sldLayoutChg chg="add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3663436153" sldId="2147483685"/>
            <pc:sldLayoutMk cId="1278362489" sldId="2147483678"/>
          </pc:sldLayoutMkLst>
        </pc:sldLayoutChg>
        <pc:sldLayoutChg chg="add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3663436153" sldId="2147483685"/>
            <pc:sldLayoutMk cId="1433762394" sldId="2147483679"/>
          </pc:sldLayoutMkLst>
        </pc:sldLayoutChg>
        <pc:sldLayoutChg chg="add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3663436153" sldId="2147483685"/>
            <pc:sldLayoutMk cId="3981234166" sldId="2147483680"/>
          </pc:sldLayoutMkLst>
        </pc:sldLayoutChg>
        <pc:sldLayoutChg chg="add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3663436153" sldId="2147483685"/>
            <pc:sldLayoutMk cId="2562116058" sldId="2147483681"/>
          </pc:sldLayoutMkLst>
        </pc:sldLayoutChg>
        <pc:sldLayoutChg chg="add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3663436153" sldId="2147483685"/>
            <pc:sldLayoutMk cId="2577429254" sldId="2147483682"/>
          </pc:sldLayoutMkLst>
        </pc:sldLayoutChg>
        <pc:sldLayoutChg chg="add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3663436153" sldId="2147483685"/>
            <pc:sldLayoutMk cId="699149272" sldId="2147483683"/>
          </pc:sldLayoutMkLst>
        </pc:sldLayoutChg>
        <pc:sldLayoutChg chg="add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3663436153" sldId="2147483685"/>
            <pc:sldLayoutMk cId="575058812" sldId="2147483684"/>
          </pc:sldLayoutMkLst>
        </pc:sldLayoutChg>
        <pc:sldLayoutChg chg="add replId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3663436153" sldId="2147483685"/>
            <pc:sldLayoutMk cId="2891092066" sldId="2147483686"/>
          </pc:sldLayoutMkLst>
        </pc:sldLayoutChg>
        <pc:sldLayoutChg chg="add replId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3663436153" sldId="2147483685"/>
            <pc:sldLayoutMk cId="498730439" sldId="2147483687"/>
          </pc:sldLayoutMkLst>
        </pc:sldLayoutChg>
        <pc:sldLayoutChg chg="add replId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3663436153" sldId="2147483685"/>
            <pc:sldLayoutMk cId="127122210" sldId="2147483688"/>
          </pc:sldLayoutMkLst>
        </pc:sldLayoutChg>
        <pc:sldLayoutChg chg="add replId">
          <pc:chgData name="Medialdea, Charlie A." userId="9e35d8cb-5b11-4465-aeb1-7a0bc5f78818" providerId="ADAL" clId="{FD0EB482-6859-4AC3-9F99-E4948CC9E146}" dt="2025-01-14T04:43:31.085" v="2" actId="26606"/>
          <pc:sldLayoutMkLst>
            <pc:docMk/>
            <pc:sldMasterMk cId="3663436153" sldId="2147483685"/>
            <pc:sldLayoutMk cId="2434452248" sldId="214748368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Tuesday, January 14,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3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Tuesday, January 14,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1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Tuesday, January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29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Tuesday, January 14,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14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Tuesday, January 14,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5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Tuesday, January 14,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6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Tuesday, January 14,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52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Tuesday, January 14,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Tuesday, January 14,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30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Tuesday, January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92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Tuesday, January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6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Tuesday, January 14,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4361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89" r:id="rId7"/>
    <p:sldLayoutId id="2147483688" r:id="rId8"/>
    <p:sldLayoutId id="2147483687" r:id="rId9"/>
    <p:sldLayoutId id="2147483686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2DFF2D-EA41-4CBE-9659-C2917E488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5397BC-0344-D5A5-FCC2-76320F986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720000"/>
            <a:ext cx="5015638" cy="2804400"/>
          </a:xfrm>
        </p:spPr>
        <p:txBody>
          <a:bodyPr>
            <a:normAutofit/>
          </a:bodyPr>
          <a:lstStyle/>
          <a:p>
            <a:r>
              <a:rPr lang="en-US" dirty="0"/>
              <a:t>Project Proposal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84F5F-FCD0-0CA2-1CFC-F5F6FD371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3830399"/>
            <a:ext cx="5015638" cy="1936800"/>
          </a:xfrm>
        </p:spPr>
        <p:txBody>
          <a:bodyPr>
            <a:normAutofit/>
          </a:bodyPr>
          <a:lstStyle/>
          <a:p>
            <a:r>
              <a:rPr lang="en-US" dirty="0"/>
              <a:t>Name: Charlie Medialdea</a:t>
            </a:r>
          </a:p>
          <a:p>
            <a:r>
              <a:rPr lang="en-US" dirty="0"/>
              <a:t>Course: CSIS 4495 - 001</a:t>
            </a:r>
            <a:endParaRPr lang="en-CA" dirty="0"/>
          </a:p>
        </p:txBody>
      </p:sp>
      <p:pic>
        <p:nvPicPr>
          <p:cNvPr id="4" name="Picture 3" descr="Blue and pink paint mixture">
            <a:extLst>
              <a:ext uri="{FF2B5EF4-FFF2-40B4-BE49-F238E27FC236}">
                <a16:creationId xmlns:a16="http://schemas.microsoft.com/office/drawing/2014/main" id="{FC5488B7-5DE8-0274-4F8C-1D56AD329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92" r="31389" b="-1"/>
          <a:stretch/>
        </p:blipFill>
        <p:spPr>
          <a:xfrm>
            <a:off x="6529067" y="10"/>
            <a:ext cx="5662935" cy="6857990"/>
          </a:xfrm>
          <a:custGeom>
            <a:avLst/>
            <a:gdLst/>
            <a:ahLst/>
            <a:cxnLst/>
            <a:rect l="l" t="t" r="r" b="b"/>
            <a:pathLst>
              <a:path w="5662935" h="6858000">
                <a:moveTo>
                  <a:pt x="598332" y="0"/>
                </a:moveTo>
                <a:lnTo>
                  <a:pt x="5662935" y="0"/>
                </a:lnTo>
                <a:lnTo>
                  <a:pt x="5662935" y="6858000"/>
                </a:lnTo>
                <a:lnTo>
                  <a:pt x="0" y="6858000"/>
                </a:lnTo>
                <a:lnTo>
                  <a:pt x="78957" y="6777438"/>
                </a:lnTo>
                <a:cubicBezTo>
                  <a:pt x="291624" y="6544265"/>
                  <a:pt x="490445" y="6275955"/>
                  <a:pt x="672224" y="5969316"/>
                </a:cubicBezTo>
                <a:cubicBezTo>
                  <a:pt x="914597" y="5515036"/>
                  <a:pt x="1066080" y="5030470"/>
                  <a:pt x="1217563" y="4515619"/>
                </a:cubicBezTo>
                <a:cubicBezTo>
                  <a:pt x="1338748" y="3970483"/>
                  <a:pt x="1399341" y="3516203"/>
                  <a:pt x="1399341" y="3061922"/>
                </a:cubicBezTo>
                <a:cubicBezTo>
                  <a:pt x="1399341" y="1948936"/>
                  <a:pt x="1190580" y="1021447"/>
                  <a:pt x="773055" y="27945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48334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F032D-0024-AD3E-A28D-C73BDC8B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1) NBA Lakers – Improving Team Roster using Machine Learning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2BE5F-E582-3892-91CA-A0C6C9775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917290"/>
            <a:ext cx="10728325" cy="3851686"/>
          </a:xfrm>
        </p:spPr>
        <p:txBody>
          <a:bodyPr/>
          <a:lstStyle/>
          <a:p>
            <a:r>
              <a:rPr lang="en-US" dirty="0"/>
              <a:t>Predicting which free agents will perform well with the team within a specific budget.</a:t>
            </a:r>
          </a:p>
          <a:p>
            <a:r>
              <a:rPr lang="en-US" dirty="0"/>
              <a:t>Predicting which player is open for trades that can improve the team roster while adhering to the salary cap.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Enhancing of the Lakers Roster by:</a:t>
            </a:r>
          </a:p>
          <a:p>
            <a:pPr lvl="2"/>
            <a:r>
              <a:rPr lang="en-US" dirty="0"/>
              <a:t>Retaining core players.</a:t>
            </a:r>
          </a:p>
          <a:p>
            <a:pPr lvl="2"/>
            <a:r>
              <a:rPr lang="en-US" dirty="0"/>
              <a:t>Adding cost-effective players</a:t>
            </a:r>
          </a:p>
          <a:p>
            <a:pPr lvl="2"/>
            <a:r>
              <a:rPr lang="en-US" dirty="0"/>
              <a:t>Avoiding excessive luxury taxes.</a:t>
            </a:r>
          </a:p>
        </p:txBody>
      </p:sp>
    </p:spTree>
    <p:extLst>
      <p:ext uri="{BB962C8B-B14F-4D97-AF65-F5344CB8AC3E}">
        <p14:creationId xmlns:p14="http://schemas.microsoft.com/office/powerpoint/2010/main" val="1114890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A3E2477-CB24-4FE6-B9C0-F9800FF83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65638C-2268-4A1B-96C3-95E79EF4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B5247-D958-4074-421E-9E9203272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4991961" cy="1477328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Option 2) </a:t>
            </a:r>
            <a:r>
              <a:rPr lang="en-US" sz="2000" dirty="0" err="1"/>
              <a:t>Panlasang</a:t>
            </a:r>
            <a:r>
              <a:rPr lang="en-US" sz="2000" dirty="0"/>
              <a:t> </a:t>
            </a:r>
            <a:r>
              <a:rPr lang="en-US" sz="2000" dirty="0" err="1"/>
              <a:t>Panahon</a:t>
            </a:r>
            <a:r>
              <a:rPr lang="en-US" sz="2000" dirty="0"/>
              <a:t> - </a:t>
            </a:r>
            <a:r>
              <a:rPr lang="en-US" sz="2000" b="0" i="0" u="none" strike="noStrike" baseline="0" dirty="0">
                <a:latin typeface="Calibri" panose="020F0502020204030204" pitchFamily="34" charset="0"/>
              </a:rPr>
              <a:t>English translation is Filipino taste) and "</a:t>
            </a:r>
            <a:r>
              <a:rPr lang="en-US" sz="2000" b="0" i="0" u="none" strike="noStrike" baseline="0" dirty="0" err="1">
                <a:latin typeface="Calibri" panose="020F0502020204030204" pitchFamily="34" charset="0"/>
              </a:rPr>
              <a:t>panahon</a:t>
            </a:r>
            <a:r>
              <a:rPr lang="en-US" sz="2000" b="0" i="0" u="none" strike="noStrike" baseline="0" dirty="0">
                <a:latin typeface="Calibri" panose="020F0502020204030204" pitchFamily="34" charset="0"/>
              </a:rPr>
              <a:t>" (English translation is weather), emphasizing how the menu is tailored to the weather.</a:t>
            </a:r>
            <a:endParaRPr lang="en-CA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9D821-4FA7-4AB8-6ED6-241EC31D5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541600"/>
            <a:ext cx="4991962" cy="3216273"/>
          </a:xfrm>
        </p:spPr>
        <p:txBody>
          <a:bodyPr>
            <a:normAutofit/>
          </a:bodyPr>
          <a:lstStyle/>
          <a:p>
            <a:r>
              <a:rPr lang="en-US" dirty="0"/>
              <a:t>The project allows users to order food based on the current weather. The project provides a personalized food browsing experience that adjusts its recommendations based on the weather conditions, such as offering warm comfort food on a rainy day or ice cream cravings on a hot sunny day.</a:t>
            </a:r>
            <a:endParaRPr lang="en-CA" dirty="0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97D0825D-5142-4F4A-A141-3CCD5E99C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5867335" y="533334"/>
            <a:ext cx="6858000" cy="5791331"/>
          </a:xfrm>
          <a:custGeom>
            <a:avLst/>
            <a:gdLst>
              <a:gd name="connsiteX0" fmla="*/ 6858000 w 6858000"/>
              <a:gd name="connsiteY0" fmla="*/ 14535 h 5791331"/>
              <a:gd name="connsiteX1" fmla="*/ 6858000 w 6858000"/>
              <a:gd name="connsiteY1" fmla="*/ 5791331 h 5791331"/>
              <a:gd name="connsiteX2" fmla="*/ 0 w 6858000"/>
              <a:gd name="connsiteY2" fmla="*/ 5791330 h 5791331"/>
              <a:gd name="connsiteX3" fmla="*/ 0 w 6858000"/>
              <a:gd name="connsiteY3" fmla="*/ 0 h 5791331"/>
              <a:gd name="connsiteX4" fmla="*/ 145832 w 6858000"/>
              <a:gd name="connsiteY4" fmla="*/ 1175 h 5791331"/>
              <a:gd name="connsiteX5" fmla="*/ 2611132 w 6858000"/>
              <a:gd name="connsiteY5" fmla="*/ 48625 h 5791331"/>
              <a:gd name="connsiteX6" fmla="*/ 6643031 w 6858000"/>
              <a:gd name="connsiteY6" fmla="*/ 15010 h 5791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5791331">
                <a:moveTo>
                  <a:pt x="6858000" y="14535"/>
                </a:moveTo>
                <a:lnTo>
                  <a:pt x="6858000" y="5791331"/>
                </a:lnTo>
                <a:lnTo>
                  <a:pt x="0" y="5791330"/>
                </a:lnTo>
                <a:lnTo>
                  <a:pt x="0" y="0"/>
                </a:lnTo>
                <a:lnTo>
                  <a:pt x="145832" y="1175"/>
                </a:lnTo>
                <a:cubicBezTo>
                  <a:pt x="886907" y="14750"/>
                  <a:pt x="2228596" y="125101"/>
                  <a:pt x="2611132" y="48625"/>
                </a:cubicBezTo>
                <a:cubicBezTo>
                  <a:pt x="2933352" y="-3056"/>
                  <a:pt x="5032814" y="16325"/>
                  <a:pt x="6643031" y="1501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pic>
        <p:nvPicPr>
          <p:cNvPr id="4" name="Picture 3" descr="A screenshot of a menu&#10;&#10;Description automatically generated">
            <a:extLst>
              <a:ext uri="{FF2B5EF4-FFF2-40B4-BE49-F238E27FC236}">
                <a16:creationId xmlns:a16="http://schemas.microsoft.com/office/drawing/2014/main" id="{CC58E1E8-92C5-DCBB-1F05-0AD417F24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899" y="1366786"/>
            <a:ext cx="5111275" cy="3378469"/>
          </a:xfrm>
          <a:custGeom>
            <a:avLst/>
            <a:gdLst/>
            <a:ahLst/>
            <a:cxnLst/>
            <a:rect l="l" t="t" r="r" b="b"/>
            <a:pathLst>
              <a:path w="4284000" h="5409338">
                <a:moveTo>
                  <a:pt x="0" y="0"/>
                </a:moveTo>
                <a:lnTo>
                  <a:pt x="4284000" y="0"/>
                </a:lnTo>
                <a:lnTo>
                  <a:pt x="4284000" y="5409338"/>
                </a:lnTo>
                <a:lnTo>
                  <a:pt x="0" y="540933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28719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2C9C-FCD7-56E8-F763-43982AF5E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726124"/>
          </a:xfrm>
        </p:spPr>
        <p:txBody>
          <a:bodyPr/>
          <a:lstStyle/>
          <a:p>
            <a:r>
              <a:rPr lang="en-US" dirty="0"/>
              <a:t>Option 3) Pasa-buy CA to PH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236A2-EF45-FAAB-CF4C-8C8D02889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345324"/>
            <a:ext cx="10728325" cy="4423652"/>
          </a:xfrm>
        </p:spPr>
        <p:txBody>
          <a:bodyPr/>
          <a:lstStyle/>
          <a:p>
            <a:r>
              <a:rPr lang="en-US" dirty="0"/>
              <a:t>Is a service that connects users from Canada to the Philippines.</a:t>
            </a:r>
          </a:p>
          <a:p>
            <a:r>
              <a:rPr lang="en-US" dirty="0"/>
              <a:t>Users can browse this web application for products available in Canada (e.g., clothes, bags, shoes, and food).</a:t>
            </a:r>
          </a:p>
          <a:p>
            <a:r>
              <a:rPr lang="en-US" dirty="0"/>
              <a:t>Users will be allowed to post a request if the item is not on the list.</a:t>
            </a:r>
          </a:p>
          <a:p>
            <a:r>
              <a:rPr lang="en-US" dirty="0"/>
              <a:t>Users can view the shipping policy.</a:t>
            </a:r>
          </a:p>
          <a:p>
            <a:r>
              <a:rPr lang="en-US" dirty="0"/>
              <a:t>Payment will be all local to the Philippines.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91046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391DF-D73E-A6C5-6B8D-92299D95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4) Joining the vetted project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D41B0-00C1-E11C-0ED3-B396D8A1C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Spread Goodness project.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32799183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LightSeedLeftStep">
      <a:dk1>
        <a:srgbClr val="000000"/>
      </a:dk1>
      <a:lt1>
        <a:srgbClr val="FFFFFF"/>
      </a:lt1>
      <a:dk2>
        <a:srgbClr val="243541"/>
      </a:dk2>
      <a:lt2>
        <a:srgbClr val="E2E8E7"/>
      </a:lt2>
      <a:accent1>
        <a:srgbClr val="C6969C"/>
      </a:accent1>
      <a:accent2>
        <a:srgbClr val="BA7F9F"/>
      </a:accent2>
      <a:accent3>
        <a:srgbClr val="C492C2"/>
      </a:accent3>
      <a:accent4>
        <a:srgbClr val="A47FBA"/>
      </a:accent4>
      <a:accent5>
        <a:srgbClr val="A096C6"/>
      </a:accent5>
      <a:accent6>
        <a:srgbClr val="7F8BBA"/>
      </a:accent6>
      <a:hlink>
        <a:srgbClr val="568E87"/>
      </a:hlink>
      <a:folHlink>
        <a:srgbClr val="7F7F7F"/>
      </a:folHlink>
    </a:clrScheme>
    <a:fontScheme name="Blob">
      <a:majorFont>
        <a:latin typeface="Sagona Book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68</TotalTime>
  <Words>251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Avenir Next LT Pro</vt:lpstr>
      <vt:lpstr>Calibri</vt:lpstr>
      <vt:lpstr>Sagona Book</vt:lpstr>
      <vt:lpstr>The Hand Extrablack</vt:lpstr>
      <vt:lpstr>BlobVTI</vt:lpstr>
      <vt:lpstr>Project Proposal</vt:lpstr>
      <vt:lpstr>Option 1) NBA Lakers – Improving Team Roster using Machine Learning</vt:lpstr>
      <vt:lpstr>Option 2) Panlasang Panahon - English translation is Filipino taste) and "panahon" (English translation is weather), emphasizing how the menu is tailored to the weather.</vt:lpstr>
      <vt:lpstr>Option 3) Pasa-buy CA to PH</vt:lpstr>
      <vt:lpstr>Option 4) Joining the vetted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Medialdea, Charlie A.</dc:creator>
  <cp:lastModifiedBy>Medialdea, Charlie A.</cp:lastModifiedBy>
  <cp:revision>1</cp:revision>
  <dcterms:created xsi:type="dcterms:W3CDTF">2025-01-14T04:42:05Z</dcterms:created>
  <dcterms:modified xsi:type="dcterms:W3CDTF">2025-01-15T06:40:03Z</dcterms:modified>
</cp:coreProperties>
</file>