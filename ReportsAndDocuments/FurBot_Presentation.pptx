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5"/>
    <p:sldId id="267" r:id="rId6"/>
    <p:sldId id="260" r:id="rId7"/>
    <p:sldId id="268"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3FDF8C-15D1-4523-ADBA-3D9781E480F1}" v="317" dt="2025-04-13T20:34:17.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3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ialdea, Charlie A." userId="9e35d8cb-5b11-4465-aeb1-7a0bc5f78818" providerId="ADAL" clId="{893FDF8C-15D1-4523-ADBA-3D9781E480F1}"/>
    <pc:docChg chg="undo redo custSel addSld delSld modSld sldOrd">
      <pc:chgData name="Medialdea, Charlie A." userId="9e35d8cb-5b11-4465-aeb1-7a0bc5f78818" providerId="ADAL" clId="{893FDF8C-15D1-4523-ADBA-3D9781E480F1}" dt="2025-04-13T21:09:57.251" v="2585" actId="255"/>
      <pc:docMkLst>
        <pc:docMk/>
      </pc:docMkLst>
      <pc:sldChg chg="addSp delSp modSp mod setBg addAnim delDesignElem">
        <pc:chgData name="Medialdea, Charlie A." userId="9e35d8cb-5b11-4465-aeb1-7a0bc5f78818" providerId="ADAL" clId="{893FDF8C-15D1-4523-ADBA-3D9781E480F1}" dt="2025-04-13T20:29:12.256" v="2433"/>
        <pc:sldMkLst>
          <pc:docMk/>
          <pc:sldMk cId="0" sldId="256"/>
        </pc:sldMkLst>
        <pc:spChg chg="mod">
          <ac:chgData name="Medialdea, Charlie A." userId="9e35d8cb-5b11-4465-aeb1-7a0bc5f78818" providerId="ADAL" clId="{893FDF8C-15D1-4523-ADBA-3D9781E480F1}" dt="2025-04-13T18:24:29.961" v="326" actId="20577"/>
          <ac:spMkLst>
            <pc:docMk/>
            <pc:sldMk cId="0" sldId="256"/>
            <ac:spMk id="2" creationId="{00000000-0000-0000-0000-000000000000}"/>
          </ac:spMkLst>
        </pc:spChg>
        <pc:spChg chg="mod">
          <ac:chgData name="Medialdea, Charlie A." userId="9e35d8cb-5b11-4465-aeb1-7a0bc5f78818" providerId="ADAL" clId="{893FDF8C-15D1-4523-ADBA-3D9781E480F1}" dt="2025-04-13T18:30:16.733" v="365" actId="20577"/>
          <ac:spMkLst>
            <pc:docMk/>
            <pc:sldMk cId="0" sldId="256"/>
            <ac:spMk id="3" creationId="{00000000-0000-0000-0000-000000000000}"/>
          </ac:spMkLst>
        </pc:spChg>
        <pc:spChg chg="add del">
          <ac:chgData name="Medialdea, Charlie A." userId="9e35d8cb-5b11-4465-aeb1-7a0bc5f78818" providerId="ADAL" clId="{893FDF8C-15D1-4523-ADBA-3D9781E480F1}" dt="2025-04-13T20:29:12.256" v="2433"/>
          <ac:spMkLst>
            <pc:docMk/>
            <pc:sldMk cId="0" sldId="256"/>
            <ac:spMk id="9" creationId="{9B7AD9F6-8CE7-4299-8FC6-328F4DCD3FF9}"/>
          </ac:spMkLst>
        </pc:spChg>
        <pc:spChg chg="add del">
          <ac:chgData name="Medialdea, Charlie A." userId="9e35d8cb-5b11-4465-aeb1-7a0bc5f78818" providerId="ADAL" clId="{893FDF8C-15D1-4523-ADBA-3D9781E480F1}" dt="2025-04-13T20:29:12.256" v="2433"/>
          <ac:spMkLst>
            <pc:docMk/>
            <pc:sldMk cId="0" sldId="256"/>
            <ac:spMk id="11" creationId="{F49775AF-8896-43EE-92C6-83497D6DC56F}"/>
          </ac:spMkLst>
        </pc:spChg>
        <pc:picChg chg="add">
          <ac:chgData name="Medialdea, Charlie A." userId="9e35d8cb-5b11-4465-aeb1-7a0bc5f78818" providerId="ADAL" clId="{893FDF8C-15D1-4523-ADBA-3D9781E480F1}" dt="2025-04-13T07:48:15.924" v="0" actId="26606"/>
          <ac:picMkLst>
            <pc:docMk/>
            <pc:sldMk cId="0" sldId="256"/>
            <ac:picMk id="5" creationId="{B7AF5766-D14C-DCCE-3B56-69EAD3A0FF1E}"/>
          </ac:picMkLst>
        </pc:picChg>
      </pc:sldChg>
      <pc:sldChg chg="addSp delSp modSp add del mod ord setBg delDesignElem">
        <pc:chgData name="Medialdea, Charlie A." userId="9e35d8cb-5b11-4465-aeb1-7a0bc5f78818" providerId="ADAL" clId="{893FDF8C-15D1-4523-ADBA-3D9781E480F1}" dt="2025-04-13T20:29:12.256" v="2433"/>
        <pc:sldMkLst>
          <pc:docMk/>
          <pc:sldMk cId="0" sldId="257"/>
        </pc:sldMkLst>
        <pc:spChg chg="add del mod">
          <ac:chgData name="Medialdea, Charlie A." userId="9e35d8cb-5b11-4465-aeb1-7a0bc5f78818" providerId="ADAL" clId="{893FDF8C-15D1-4523-ADBA-3D9781E480F1}" dt="2025-04-13T19:05:58.052" v="1111" actId="1076"/>
          <ac:spMkLst>
            <pc:docMk/>
            <pc:sldMk cId="0" sldId="257"/>
            <ac:spMk id="2" creationId="{00000000-0000-0000-0000-000000000000}"/>
          </ac:spMkLst>
        </pc:spChg>
        <pc:spChg chg="del mod">
          <ac:chgData name="Medialdea, Charlie A." userId="9e35d8cb-5b11-4465-aeb1-7a0bc5f78818" providerId="ADAL" clId="{893FDF8C-15D1-4523-ADBA-3D9781E480F1}" dt="2025-04-13T20:29:12.256" v="2433"/>
          <ac:spMkLst>
            <pc:docMk/>
            <pc:sldMk cId="0" sldId="257"/>
            <ac:spMk id="3" creationId="{00000000-0000-0000-0000-000000000000}"/>
          </ac:spMkLst>
        </pc:spChg>
        <pc:spChg chg="add del">
          <ac:chgData name="Medialdea, Charlie A." userId="9e35d8cb-5b11-4465-aeb1-7a0bc5f78818" providerId="ADAL" clId="{893FDF8C-15D1-4523-ADBA-3D9781E480F1}" dt="2025-04-13T18:37:22.504" v="543" actId="22"/>
          <ac:spMkLst>
            <pc:docMk/>
            <pc:sldMk cId="0" sldId="257"/>
            <ac:spMk id="4" creationId="{17700EFA-DC3F-94EA-5BC2-2C6A181ACD12}"/>
          </ac:spMkLst>
        </pc:spChg>
        <pc:spChg chg="add del mod">
          <ac:chgData name="Medialdea, Charlie A." userId="9e35d8cb-5b11-4465-aeb1-7a0bc5f78818" providerId="ADAL" clId="{893FDF8C-15D1-4523-ADBA-3D9781E480F1}" dt="2025-04-13T18:57:02.853" v="1024" actId="26606"/>
          <ac:spMkLst>
            <pc:docMk/>
            <pc:sldMk cId="0" sldId="257"/>
            <ac:spMk id="7" creationId="{1C41CF64-F124-AADC-314C-484DE06966B9}"/>
          </ac:spMkLst>
        </pc:spChg>
        <pc:spChg chg="add del">
          <ac:chgData name="Medialdea, Charlie A." userId="9e35d8cb-5b11-4465-aeb1-7a0bc5f78818" providerId="ADAL" clId="{893FDF8C-15D1-4523-ADBA-3D9781E480F1}" dt="2025-04-13T18:35:47.395" v="536" actId="26606"/>
          <ac:spMkLst>
            <pc:docMk/>
            <pc:sldMk cId="0" sldId="257"/>
            <ac:spMk id="9" creationId="{2E442304-DDBD-4F7B-8017-36BCC863FB40}"/>
          </ac:spMkLst>
        </pc:spChg>
        <pc:spChg chg="del">
          <ac:chgData name="Medialdea, Charlie A." userId="9e35d8cb-5b11-4465-aeb1-7a0bc5f78818" providerId="ADAL" clId="{893FDF8C-15D1-4523-ADBA-3D9781E480F1}" dt="2025-04-13T19:04:21.377" v="1069"/>
          <ac:spMkLst>
            <pc:docMk/>
            <pc:sldMk cId="0" sldId="257"/>
            <ac:spMk id="9" creationId="{C0763A76-9F1C-4FC5-82B7-DD475DA461B2}"/>
          </ac:spMkLst>
        </pc:spChg>
        <pc:spChg chg="add mod">
          <ac:chgData name="Medialdea, Charlie A." userId="9e35d8cb-5b11-4465-aeb1-7a0bc5f78818" providerId="ADAL" clId="{893FDF8C-15D1-4523-ADBA-3D9781E480F1}" dt="2025-04-13T19:00:57.135" v="1066" actId="207"/>
          <ac:spMkLst>
            <pc:docMk/>
            <pc:sldMk cId="0" sldId="257"/>
            <ac:spMk id="10" creationId="{2D6E8267-F328-2E29-310D-A56BEE4B3A6F}"/>
          </ac:spMkLst>
        </pc:spChg>
        <pc:spChg chg="add del">
          <ac:chgData name="Medialdea, Charlie A." userId="9e35d8cb-5b11-4465-aeb1-7a0bc5f78818" providerId="ADAL" clId="{893FDF8C-15D1-4523-ADBA-3D9781E480F1}" dt="2025-04-13T18:35:47.395" v="536" actId="26606"/>
          <ac:spMkLst>
            <pc:docMk/>
            <pc:sldMk cId="0" sldId="257"/>
            <ac:spMk id="11" creationId="{5E107275-3853-46FD-A241-DE4355A42675}"/>
          </ac:spMkLst>
        </pc:spChg>
        <pc:spChg chg="del">
          <ac:chgData name="Medialdea, Charlie A." userId="9e35d8cb-5b11-4465-aeb1-7a0bc5f78818" providerId="ADAL" clId="{893FDF8C-15D1-4523-ADBA-3D9781E480F1}" dt="2025-04-13T19:04:21.377" v="1069"/>
          <ac:spMkLst>
            <pc:docMk/>
            <pc:sldMk cId="0" sldId="257"/>
            <ac:spMk id="11" creationId="{E81BF4F6-F2CF-4984-9D14-D6966D92F99F}"/>
          </ac:spMkLst>
        </pc:spChg>
        <pc:spChg chg="add del">
          <ac:chgData name="Medialdea, Charlie A." userId="9e35d8cb-5b11-4465-aeb1-7a0bc5f78818" providerId="ADAL" clId="{893FDF8C-15D1-4523-ADBA-3D9781E480F1}" dt="2025-04-13T18:38:34.305" v="547" actId="26606"/>
          <ac:spMkLst>
            <pc:docMk/>
            <pc:sldMk cId="0" sldId="257"/>
            <ac:spMk id="13" creationId="{C7D023E4-8DE1-436E-9847-ED6A4B4B04FD}"/>
          </ac:spMkLst>
        </pc:spChg>
        <pc:spChg chg="add del">
          <ac:chgData name="Medialdea, Charlie A." userId="9e35d8cb-5b11-4465-aeb1-7a0bc5f78818" providerId="ADAL" clId="{893FDF8C-15D1-4523-ADBA-3D9781E480F1}" dt="2025-04-13T18:38:34.305" v="547" actId="26606"/>
          <ac:spMkLst>
            <pc:docMk/>
            <pc:sldMk cId="0" sldId="257"/>
            <ac:spMk id="14" creationId="{8B2B1708-8CE4-4A20-94F5-55118AE2CBD7}"/>
          </ac:spMkLst>
        </pc:spChg>
        <pc:spChg chg="add del">
          <ac:chgData name="Medialdea, Charlie A." userId="9e35d8cb-5b11-4465-aeb1-7a0bc5f78818" providerId="ADAL" clId="{893FDF8C-15D1-4523-ADBA-3D9781E480F1}" dt="2025-04-13T18:08:36.012" v="311" actId="26606"/>
          <ac:spMkLst>
            <pc:docMk/>
            <pc:sldMk cId="0" sldId="257"/>
            <ac:spMk id="16" creationId="{DCC231C8-C761-4B31-9B1C-C6D19248C6B3}"/>
          </ac:spMkLst>
        </pc:spChg>
        <pc:spChg chg="add del">
          <ac:chgData name="Medialdea, Charlie A." userId="9e35d8cb-5b11-4465-aeb1-7a0bc5f78818" providerId="ADAL" clId="{893FDF8C-15D1-4523-ADBA-3D9781E480F1}" dt="2025-04-13T18:08:40.110" v="313" actId="26606"/>
          <ac:spMkLst>
            <pc:docMk/>
            <pc:sldMk cId="0" sldId="257"/>
            <ac:spMk id="18" creationId="{F68B3F68-107C-434F-AA38-110D5EA91B85}"/>
          </ac:spMkLst>
        </pc:spChg>
        <pc:spChg chg="add del">
          <ac:chgData name="Medialdea, Charlie A." userId="9e35d8cb-5b11-4465-aeb1-7a0bc5f78818" providerId="ADAL" clId="{893FDF8C-15D1-4523-ADBA-3D9781E480F1}" dt="2025-04-13T18:08:40.110" v="313" actId="26606"/>
          <ac:spMkLst>
            <pc:docMk/>
            <pc:sldMk cId="0" sldId="257"/>
            <ac:spMk id="19" creationId="{BACC6370-2D7E-4714-9D71-7542949D7D5D}"/>
          </ac:spMkLst>
        </pc:spChg>
        <pc:spChg chg="add del">
          <ac:chgData name="Medialdea, Charlie A." userId="9e35d8cb-5b11-4465-aeb1-7a0bc5f78818" providerId="ADAL" clId="{893FDF8C-15D1-4523-ADBA-3D9781E480F1}" dt="2025-04-13T18:08:40.110" v="313" actId="26606"/>
          <ac:spMkLst>
            <pc:docMk/>
            <pc:sldMk cId="0" sldId="257"/>
            <ac:spMk id="20" creationId="{AAD0DBB9-1A4B-4391-81D4-CB19F9AB918A}"/>
          </ac:spMkLst>
        </pc:spChg>
        <pc:spChg chg="add del">
          <ac:chgData name="Medialdea, Charlie A." userId="9e35d8cb-5b11-4465-aeb1-7a0bc5f78818" providerId="ADAL" clId="{893FDF8C-15D1-4523-ADBA-3D9781E480F1}" dt="2025-04-13T18:08:40.110" v="313" actId="26606"/>
          <ac:spMkLst>
            <pc:docMk/>
            <pc:sldMk cId="0" sldId="257"/>
            <ac:spMk id="22" creationId="{063BBA22-50EA-4C4D-BE05-F1CE4E63AA56}"/>
          </ac:spMkLst>
        </pc:spChg>
        <pc:spChg chg="add del">
          <ac:chgData name="Medialdea, Charlie A." userId="9e35d8cb-5b11-4465-aeb1-7a0bc5f78818" providerId="ADAL" clId="{893FDF8C-15D1-4523-ADBA-3D9781E480F1}" dt="2025-04-13T18:08:58.216" v="315" actId="26606"/>
          <ac:spMkLst>
            <pc:docMk/>
            <pc:sldMk cId="0" sldId="257"/>
            <ac:spMk id="24" creationId="{AE5A632B-B15A-489E-8337-BC0F40DBC21F}"/>
          </ac:spMkLst>
        </pc:spChg>
        <pc:spChg chg="add del">
          <ac:chgData name="Medialdea, Charlie A." userId="9e35d8cb-5b11-4465-aeb1-7a0bc5f78818" providerId="ADAL" clId="{893FDF8C-15D1-4523-ADBA-3D9781E480F1}" dt="2025-04-13T18:08:58.216" v="315" actId="26606"/>
          <ac:spMkLst>
            <pc:docMk/>
            <pc:sldMk cId="0" sldId="257"/>
            <ac:spMk id="25" creationId="{6E895C8D-1379-40B8-8B1B-B6F5AEAF0A6C}"/>
          </ac:spMkLst>
        </pc:spChg>
        <pc:spChg chg="add del">
          <ac:chgData name="Medialdea, Charlie A." userId="9e35d8cb-5b11-4465-aeb1-7a0bc5f78818" providerId="ADAL" clId="{893FDF8C-15D1-4523-ADBA-3D9781E480F1}" dt="2025-04-13T18:08:58.216" v="315" actId="26606"/>
          <ac:spMkLst>
            <pc:docMk/>
            <pc:sldMk cId="0" sldId="257"/>
            <ac:spMk id="26" creationId="{651547D7-AD18-407B-A5F4-F8225B5DCFCC}"/>
          </ac:spMkLst>
        </pc:spChg>
        <pc:spChg chg="add del mod">
          <ac:chgData name="Medialdea, Charlie A." userId="9e35d8cb-5b11-4465-aeb1-7a0bc5f78818" providerId="ADAL" clId="{893FDF8C-15D1-4523-ADBA-3D9781E480F1}" dt="2025-04-13T18:57:36.151" v="1030" actId="21"/>
          <ac:spMkLst>
            <pc:docMk/>
            <pc:sldMk cId="0" sldId="257"/>
            <ac:spMk id="34" creationId="{08B2801E-B69A-7BAD-E3F2-45BC24A2281B}"/>
          </ac:spMkLst>
        </pc:spChg>
        <pc:spChg chg="add del mod">
          <ac:chgData name="Medialdea, Charlie A." userId="9e35d8cb-5b11-4465-aeb1-7a0bc5f78818" providerId="ADAL" clId="{893FDF8C-15D1-4523-ADBA-3D9781E480F1}" dt="2025-04-13T18:57:48.179" v="1035" actId="478"/>
          <ac:spMkLst>
            <pc:docMk/>
            <pc:sldMk cId="0" sldId="257"/>
            <ac:spMk id="36" creationId="{E4865AD5-36E8-0419-3033-0DF1066C39A0}"/>
          </ac:spMkLst>
        </pc:spChg>
        <pc:spChg chg="add mod">
          <ac:chgData name="Medialdea, Charlie A." userId="9e35d8cb-5b11-4465-aeb1-7a0bc5f78818" providerId="ADAL" clId="{893FDF8C-15D1-4523-ADBA-3D9781E480F1}" dt="2025-04-13T18:58:41.229" v="1042" actId="255"/>
          <ac:spMkLst>
            <pc:docMk/>
            <pc:sldMk cId="0" sldId="257"/>
            <ac:spMk id="37" creationId="{00000000-0000-0000-0000-000000000000}"/>
          </ac:spMkLst>
        </pc:spChg>
        <pc:spChg chg="add del">
          <ac:chgData name="Medialdea, Charlie A." userId="9e35d8cb-5b11-4465-aeb1-7a0bc5f78818" providerId="ADAL" clId="{893FDF8C-15D1-4523-ADBA-3D9781E480F1}" dt="2025-04-13T18:54:59.602" v="993" actId="26606"/>
          <ac:spMkLst>
            <pc:docMk/>
            <pc:sldMk cId="0" sldId="257"/>
            <ac:spMk id="38" creationId="{6C4028FD-8BAA-4A19-BFDE-594D991B7552}"/>
          </ac:spMkLst>
        </pc:spChg>
        <pc:spChg chg="add">
          <ac:chgData name="Medialdea, Charlie A." userId="9e35d8cb-5b11-4465-aeb1-7a0bc5f78818" providerId="ADAL" clId="{893FDF8C-15D1-4523-ADBA-3D9781E480F1}" dt="2025-04-13T18:54:59.602" v="993" actId="26606"/>
          <ac:spMkLst>
            <pc:docMk/>
            <pc:sldMk cId="0" sldId="257"/>
            <ac:spMk id="40" creationId="{59A309A7-1751-4ABE-A3C1-EEC40366AD89}"/>
          </ac:spMkLst>
        </pc:spChg>
        <pc:spChg chg="add">
          <ac:chgData name="Medialdea, Charlie A." userId="9e35d8cb-5b11-4465-aeb1-7a0bc5f78818" providerId="ADAL" clId="{893FDF8C-15D1-4523-ADBA-3D9781E480F1}" dt="2025-04-13T18:54:59.602" v="993" actId="26606"/>
          <ac:spMkLst>
            <pc:docMk/>
            <pc:sldMk cId="0" sldId="257"/>
            <ac:spMk id="41" creationId="{967D8EB6-EAE1-4F9C-B398-83321E287204}"/>
          </ac:spMkLst>
        </pc:spChg>
        <pc:spChg chg="add del">
          <ac:chgData name="Medialdea, Charlie A." userId="9e35d8cb-5b11-4465-aeb1-7a0bc5f78818" providerId="ADAL" clId="{893FDF8C-15D1-4523-ADBA-3D9781E480F1}" dt="2025-04-13T18:52:51.964" v="964" actId="26606"/>
          <ac:spMkLst>
            <pc:docMk/>
            <pc:sldMk cId="0" sldId="257"/>
            <ac:spMk id="43" creationId="{44D65982-4F00-4330-8DAA-DE6A9E4D6D23}"/>
          </ac:spMkLst>
        </pc:spChg>
        <pc:spChg chg="add del">
          <ac:chgData name="Medialdea, Charlie A." userId="9e35d8cb-5b11-4465-aeb1-7a0bc5f78818" providerId="ADAL" clId="{893FDF8C-15D1-4523-ADBA-3D9781E480F1}" dt="2025-04-13T18:52:51.964" v="964" actId="26606"/>
          <ac:spMkLst>
            <pc:docMk/>
            <pc:sldMk cId="0" sldId="257"/>
            <ac:spMk id="45" creationId="{56AD21CA-472C-4EA1-A897-F639017AFED3}"/>
          </ac:spMkLst>
        </pc:spChg>
        <pc:spChg chg="add del">
          <ac:chgData name="Medialdea, Charlie A." userId="9e35d8cb-5b11-4465-aeb1-7a0bc5f78818" providerId="ADAL" clId="{893FDF8C-15D1-4523-ADBA-3D9781E480F1}" dt="2025-04-13T18:52:51.964" v="964" actId="26606"/>
          <ac:spMkLst>
            <pc:docMk/>
            <pc:sldMk cId="0" sldId="257"/>
            <ac:spMk id="60" creationId="{C05FE506-AB9A-470B-89C8-008269966F9C}"/>
          </ac:spMkLst>
        </pc:spChg>
        <pc:spChg chg="add del">
          <ac:chgData name="Medialdea, Charlie A." userId="9e35d8cb-5b11-4465-aeb1-7a0bc5f78818" providerId="ADAL" clId="{893FDF8C-15D1-4523-ADBA-3D9781E480F1}" dt="2025-04-13T18:53:33.717" v="970" actId="26606"/>
          <ac:spMkLst>
            <pc:docMk/>
            <pc:sldMk cId="0" sldId="257"/>
            <ac:spMk id="62" creationId="{59A309A7-1751-4ABE-A3C1-EEC40366AD89}"/>
          </ac:spMkLst>
        </pc:spChg>
        <pc:spChg chg="add del">
          <ac:chgData name="Medialdea, Charlie A." userId="9e35d8cb-5b11-4465-aeb1-7a0bc5f78818" providerId="ADAL" clId="{893FDF8C-15D1-4523-ADBA-3D9781E480F1}" dt="2025-04-13T18:53:33.717" v="970" actId="26606"/>
          <ac:spMkLst>
            <pc:docMk/>
            <pc:sldMk cId="0" sldId="257"/>
            <ac:spMk id="63" creationId="{967D8EB6-EAE1-4F9C-B398-83321E287204}"/>
          </ac:spMkLst>
        </pc:spChg>
        <pc:grpChg chg="add del">
          <ac:chgData name="Medialdea, Charlie A." userId="9e35d8cb-5b11-4465-aeb1-7a0bc5f78818" providerId="ADAL" clId="{893FDF8C-15D1-4523-ADBA-3D9781E480F1}" dt="2025-04-13T18:38:34.305" v="547" actId="26606"/>
          <ac:grpSpMkLst>
            <pc:docMk/>
            <pc:sldMk cId="0" sldId="257"/>
            <ac:grpSpMk id="15" creationId="{EC2D6DD8-FAD6-401D-9DE6-71DD04C980F3}"/>
          </ac:grpSpMkLst>
        </pc:grpChg>
        <pc:grpChg chg="add del">
          <ac:chgData name="Medialdea, Charlie A." userId="9e35d8cb-5b11-4465-aeb1-7a0bc5f78818" providerId="ADAL" clId="{893FDF8C-15D1-4523-ADBA-3D9781E480F1}" dt="2025-04-13T18:38:34.305" v="547" actId="26606"/>
          <ac:grpSpMkLst>
            <pc:docMk/>
            <pc:sldMk cId="0" sldId="257"/>
            <ac:grpSpMk id="23" creationId="{43F5E015-E085-4624-B431-B42414448684}"/>
          </ac:grpSpMkLst>
        </pc:grpChg>
        <pc:grpChg chg="add del">
          <ac:chgData name="Medialdea, Charlie A." userId="9e35d8cb-5b11-4465-aeb1-7a0bc5f78818" providerId="ADAL" clId="{893FDF8C-15D1-4523-ADBA-3D9781E480F1}" dt="2025-04-13T18:52:51.964" v="964" actId="26606"/>
          <ac:grpSpMkLst>
            <pc:docMk/>
            <pc:sldMk cId="0" sldId="257"/>
            <ac:grpSpMk id="47" creationId="{B29A5F49-8CEE-44D2-A717-96965326A59B}"/>
          </ac:grpSpMkLst>
        </pc:grpChg>
        <pc:grpChg chg="add del">
          <ac:chgData name="Medialdea, Charlie A." userId="9e35d8cb-5b11-4465-aeb1-7a0bc5f78818" providerId="ADAL" clId="{893FDF8C-15D1-4523-ADBA-3D9781E480F1}" dt="2025-04-13T18:52:51.964" v="964" actId="26606"/>
          <ac:grpSpMkLst>
            <pc:docMk/>
            <pc:sldMk cId="0" sldId="257"/>
            <ac:grpSpMk id="51" creationId="{43F5E015-E085-4624-B431-B42414448684}"/>
          </ac:grpSpMkLst>
        </pc:grpChg>
        <pc:graphicFrameChg chg="add del mod modGraphic">
          <ac:chgData name="Medialdea, Charlie A." userId="9e35d8cb-5b11-4465-aeb1-7a0bc5f78818" providerId="ADAL" clId="{893FDF8C-15D1-4523-ADBA-3D9781E480F1}" dt="2025-04-13T18:38:58.446" v="548" actId="478"/>
          <ac:graphicFrameMkLst>
            <pc:docMk/>
            <pc:sldMk cId="0" sldId="257"/>
            <ac:graphicFrameMk id="5" creationId="{2E71B9B1-73FD-803C-53C8-5A7B6A6D1BC4}"/>
          </ac:graphicFrameMkLst>
        </pc:graphicFrameChg>
        <pc:graphicFrameChg chg="add del">
          <ac:chgData name="Medialdea, Charlie A." userId="9e35d8cb-5b11-4465-aeb1-7a0bc5f78818" providerId="ADAL" clId="{893FDF8C-15D1-4523-ADBA-3D9781E480F1}" dt="2025-04-13T18:56:28.869" v="1011" actId="26606"/>
          <ac:graphicFrameMkLst>
            <pc:docMk/>
            <pc:sldMk cId="0" sldId="257"/>
            <ac:graphicFrameMk id="46" creationId="{303E1DB7-668D-DE5C-748D-7B9F2EE69371}"/>
          </ac:graphicFrameMkLst>
        </pc:graphicFrameChg>
        <pc:graphicFrameChg chg="add del">
          <ac:chgData name="Medialdea, Charlie A." userId="9e35d8cb-5b11-4465-aeb1-7a0bc5f78818" providerId="ADAL" clId="{893FDF8C-15D1-4523-ADBA-3D9781E480F1}" dt="2025-04-13T18:56:38.100" v="1013" actId="26606"/>
          <ac:graphicFrameMkLst>
            <pc:docMk/>
            <pc:sldMk cId="0" sldId="257"/>
            <ac:graphicFrameMk id="48" creationId="{54CCF86A-ACFC-4EC5-C62C-25E457FCF691}"/>
          </ac:graphicFrameMkLst>
        </pc:graphicFrameChg>
        <pc:graphicFrameChg chg="add del">
          <ac:chgData name="Medialdea, Charlie A." userId="9e35d8cb-5b11-4465-aeb1-7a0bc5f78818" providerId="ADAL" clId="{893FDF8C-15D1-4523-ADBA-3D9781E480F1}" dt="2025-04-13T18:56:48.606" v="1015" actId="26606"/>
          <ac:graphicFrameMkLst>
            <pc:docMk/>
            <pc:sldMk cId="0" sldId="257"/>
            <ac:graphicFrameMk id="50" creationId="{D820C12A-6BBA-A3B0-992A-B777122EAD60}"/>
          </ac:graphicFrameMkLst>
        </pc:graphicFrameChg>
        <pc:graphicFrameChg chg="add del">
          <ac:chgData name="Medialdea, Charlie A." userId="9e35d8cb-5b11-4465-aeb1-7a0bc5f78818" providerId="ADAL" clId="{893FDF8C-15D1-4523-ADBA-3D9781E480F1}" dt="2025-04-13T18:56:50.357" v="1017" actId="26606"/>
          <ac:graphicFrameMkLst>
            <pc:docMk/>
            <pc:sldMk cId="0" sldId="257"/>
            <ac:graphicFrameMk id="52" creationId="{54CCF86A-ACFC-4EC5-C62C-25E457FCF691}"/>
          </ac:graphicFrameMkLst>
        </pc:graphicFrameChg>
        <pc:graphicFrameChg chg="add del">
          <ac:chgData name="Medialdea, Charlie A." userId="9e35d8cb-5b11-4465-aeb1-7a0bc5f78818" providerId="ADAL" clId="{893FDF8C-15D1-4523-ADBA-3D9781E480F1}" dt="2025-04-13T18:56:52.740" v="1019" actId="26606"/>
          <ac:graphicFrameMkLst>
            <pc:docMk/>
            <pc:sldMk cId="0" sldId="257"/>
            <ac:graphicFrameMk id="54" creationId="{303E1DB7-668D-DE5C-748D-7B9F2EE69371}"/>
          </ac:graphicFrameMkLst>
        </pc:graphicFrameChg>
        <pc:graphicFrameChg chg="add del">
          <ac:chgData name="Medialdea, Charlie A." userId="9e35d8cb-5b11-4465-aeb1-7a0bc5f78818" providerId="ADAL" clId="{893FDF8C-15D1-4523-ADBA-3D9781E480F1}" dt="2025-04-13T18:56:56.247" v="1021" actId="26606"/>
          <ac:graphicFrameMkLst>
            <pc:docMk/>
            <pc:sldMk cId="0" sldId="257"/>
            <ac:graphicFrameMk id="56" creationId="{0FA0DE85-B2A4-E89D-6DA6-F399E34F1490}"/>
          </ac:graphicFrameMkLst>
        </pc:graphicFrameChg>
        <pc:graphicFrameChg chg="add del">
          <ac:chgData name="Medialdea, Charlie A." userId="9e35d8cb-5b11-4465-aeb1-7a0bc5f78818" providerId="ADAL" clId="{893FDF8C-15D1-4523-ADBA-3D9781E480F1}" dt="2025-04-13T18:57:02.821" v="1023" actId="26606"/>
          <ac:graphicFrameMkLst>
            <pc:docMk/>
            <pc:sldMk cId="0" sldId="257"/>
            <ac:graphicFrameMk id="58" creationId="{54CCF86A-ACFC-4EC5-C62C-25E457FCF691}"/>
          </ac:graphicFrameMkLst>
        </pc:graphicFrameChg>
        <pc:graphicFrameChg chg="add">
          <ac:chgData name="Medialdea, Charlie A." userId="9e35d8cb-5b11-4465-aeb1-7a0bc5f78818" providerId="ADAL" clId="{893FDF8C-15D1-4523-ADBA-3D9781E480F1}" dt="2025-04-13T18:57:02.853" v="1024" actId="26606"/>
          <ac:graphicFrameMkLst>
            <pc:docMk/>
            <pc:sldMk cId="0" sldId="257"/>
            <ac:graphicFrameMk id="61" creationId="{D820C12A-6BBA-A3B0-992A-B777122EAD60}"/>
          </ac:graphicFrameMkLst>
        </pc:graphicFrameChg>
        <pc:picChg chg="mod">
          <ac:chgData name="Medialdea, Charlie A." userId="9e35d8cb-5b11-4465-aeb1-7a0bc5f78818" providerId="ADAL" clId="{893FDF8C-15D1-4523-ADBA-3D9781E480F1}" dt="2025-04-13T19:07:26.073" v="1114" actId="14100"/>
          <ac:picMkLst>
            <pc:docMk/>
            <pc:sldMk cId="0" sldId="257"/>
            <ac:picMk id="5" creationId="{642FA22E-2D49-EB40-2E6D-89D4A24B419D}"/>
          </ac:picMkLst>
        </pc:picChg>
        <pc:picChg chg="add del">
          <ac:chgData name="Medialdea, Charlie A." userId="9e35d8cb-5b11-4465-aeb1-7a0bc5f78818" providerId="ADAL" clId="{893FDF8C-15D1-4523-ADBA-3D9781E480F1}" dt="2025-04-13T18:53:33.717" v="970" actId="26606"/>
          <ac:picMkLst>
            <pc:docMk/>
            <pc:sldMk cId="0" sldId="257"/>
            <ac:picMk id="42" creationId="{893020FB-17DB-DFEB-8F96-26C9DD1D1D07}"/>
          </ac:picMkLst>
        </pc:picChg>
        <pc:picChg chg="add">
          <ac:chgData name="Medialdea, Charlie A." userId="9e35d8cb-5b11-4465-aeb1-7a0bc5f78818" providerId="ADAL" clId="{893FDF8C-15D1-4523-ADBA-3D9781E480F1}" dt="2025-04-13T18:54:59.602" v="993" actId="26606"/>
          <ac:picMkLst>
            <pc:docMk/>
            <pc:sldMk cId="0" sldId="257"/>
            <ac:picMk id="44" creationId="{CD90D4A1-0D46-7C04-F6D4-7A50FC54A45C}"/>
          </ac:picMkLst>
        </pc:picChg>
      </pc:sldChg>
      <pc:sldChg chg="addSp delSp modSp mod setBg setClrOvrMap delDesignElem">
        <pc:chgData name="Medialdea, Charlie A." userId="9e35d8cb-5b11-4465-aeb1-7a0bc5f78818" providerId="ADAL" clId="{893FDF8C-15D1-4523-ADBA-3D9781E480F1}" dt="2025-04-13T20:29:12.256" v="2433"/>
        <pc:sldMkLst>
          <pc:docMk/>
          <pc:sldMk cId="0" sldId="258"/>
        </pc:sldMkLst>
        <pc:spChg chg="mod">
          <ac:chgData name="Medialdea, Charlie A." userId="9e35d8cb-5b11-4465-aeb1-7a0bc5f78818" providerId="ADAL" clId="{893FDF8C-15D1-4523-ADBA-3D9781E480F1}" dt="2025-04-13T19:15:47.562" v="1254" actId="1076"/>
          <ac:spMkLst>
            <pc:docMk/>
            <pc:sldMk cId="0" sldId="258"/>
            <ac:spMk id="2" creationId="{00000000-0000-0000-0000-000000000000}"/>
          </ac:spMkLst>
        </pc:spChg>
        <pc:spChg chg="add del mod">
          <ac:chgData name="Medialdea, Charlie A." userId="9e35d8cb-5b11-4465-aeb1-7a0bc5f78818" providerId="ADAL" clId="{893FDF8C-15D1-4523-ADBA-3D9781E480F1}" dt="2025-04-13T19:08:37.957" v="1122" actId="26606"/>
          <ac:spMkLst>
            <pc:docMk/>
            <pc:sldMk cId="0" sldId="258"/>
            <ac:spMk id="3" creationId="{00000000-0000-0000-0000-000000000000}"/>
          </ac:spMkLst>
        </pc:spChg>
        <pc:spChg chg="add">
          <ac:chgData name="Medialdea, Charlie A." userId="9e35d8cb-5b11-4465-aeb1-7a0bc5f78818" providerId="ADAL" clId="{893FDF8C-15D1-4523-ADBA-3D9781E480F1}" dt="2025-04-13T18:00:38.646" v="192"/>
          <ac:spMkLst>
            <pc:docMk/>
            <pc:sldMk cId="0" sldId="258"/>
            <ac:spMk id="4" creationId="{3D4DD780-BC83-56DF-6563-68DE6AA2A755}"/>
          </ac:spMkLst>
        </pc:spChg>
        <pc:spChg chg="add mod">
          <ac:chgData name="Medialdea, Charlie A." userId="9e35d8cb-5b11-4465-aeb1-7a0bc5f78818" providerId="ADAL" clId="{893FDF8C-15D1-4523-ADBA-3D9781E480F1}" dt="2025-04-13T18:00:56.163" v="197"/>
          <ac:spMkLst>
            <pc:docMk/>
            <pc:sldMk cId="0" sldId="258"/>
            <ac:spMk id="5" creationId="{1094011D-22D8-2F13-48B6-7ABA8F4E5527}"/>
          </ac:spMkLst>
        </pc:spChg>
        <pc:spChg chg="add del">
          <ac:chgData name="Medialdea, Charlie A." userId="9e35d8cb-5b11-4465-aeb1-7a0bc5f78818" providerId="ADAL" clId="{893FDF8C-15D1-4523-ADBA-3D9781E480F1}" dt="2025-04-13T19:08:37.957" v="1122" actId="26606"/>
          <ac:spMkLst>
            <pc:docMk/>
            <pc:sldMk cId="0" sldId="258"/>
            <ac:spMk id="8" creationId="{44D65982-4F00-4330-8DAA-DE6A9E4D6D23}"/>
          </ac:spMkLst>
        </pc:spChg>
        <pc:spChg chg="add del">
          <ac:chgData name="Medialdea, Charlie A." userId="9e35d8cb-5b11-4465-aeb1-7a0bc5f78818" providerId="ADAL" clId="{893FDF8C-15D1-4523-ADBA-3D9781E480F1}" dt="2025-04-13T19:08:37.957" v="1122" actId="26606"/>
          <ac:spMkLst>
            <pc:docMk/>
            <pc:sldMk cId="0" sldId="258"/>
            <ac:spMk id="10" creationId="{56AD21CA-472C-4EA1-A897-F639017AFED3}"/>
          </ac:spMkLst>
        </pc:spChg>
        <pc:spChg chg="add del">
          <ac:chgData name="Medialdea, Charlie A." userId="9e35d8cb-5b11-4465-aeb1-7a0bc5f78818" providerId="ADAL" clId="{893FDF8C-15D1-4523-ADBA-3D9781E480F1}" dt="2025-04-13T19:08:37.957" v="1122" actId="26606"/>
          <ac:spMkLst>
            <pc:docMk/>
            <pc:sldMk cId="0" sldId="258"/>
            <ac:spMk id="25" creationId="{C05FE506-AB9A-470B-89C8-008269966F9C}"/>
          </ac:spMkLst>
        </pc:spChg>
        <pc:spChg chg="add del">
          <ac:chgData name="Medialdea, Charlie A." userId="9e35d8cb-5b11-4465-aeb1-7a0bc5f78818" providerId="ADAL" clId="{893FDF8C-15D1-4523-ADBA-3D9781E480F1}" dt="2025-04-13T19:08:37.949" v="1121" actId="26606"/>
          <ac:spMkLst>
            <pc:docMk/>
            <pc:sldMk cId="0" sldId="258"/>
            <ac:spMk id="30" creationId="{A2679492-7988-4050-9056-542444452411}"/>
          </ac:spMkLst>
        </pc:spChg>
        <pc:spChg chg="add del">
          <ac:chgData name="Medialdea, Charlie A." userId="9e35d8cb-5b11-4465-aeb1-7a0bc5f78818" providerId="ADAL" clId="{893FDF8C-15D1-4523-ADBA-3D9781E480F1}" dt="2025-04-13T19:08:28.741" v="1117" actId="26606"/>
          <ac:spMkLst>
            <pc:docMk/>
            <pc:sldMk cId="0" sldId="258"/>
            <ac:spMk id="31" creationId="{BACC6370-2D7E-4714-9D71-7542949D7D5D}"/>
          </ac:spMkLst>
        </pc:spChg>
        <pc:spChg chg="add del">
          <ac:chgData name="Medialdea, Charlie A." userId="9e35d8cb-5b11-4465-aeb1-7a0bc5f78818" providerId="ADAL" clId="{893FDF8C-15D1-4523-ADBA-3D9781E480F1}" dt="2025-04-13T19:08:37.949" v="1121" actId="26606"/>
          <ac:spMkLst>
            <pc:docMk/>
            <pc:sldMk cId="0" sldId="258"/>
            <ac:spMk id="32" creationId="{B091B163-7D61-4891-ABCF-5C13D9C418D0}"/>
          </ac:spMkLst>
        </pc:spChg>
        <pc:spChg chg="add del">
          <ac:chgData name="Medialdea, Charlie A." userId="9e35d8cb-5b11-4465-aeb1-7a0bc5f78818" providerId="ADAL" clId="{893FDF8C-15D1-4523-ADBA-3D9781E480F1}" dt="2025-04-13T19:08:28.741" v="1117" actId="26606"/>
          <ac:spMkLst>
            <pc:docMk/>
            <pc:sldMk cId="0" sldId="258"/>
            <ac:spMk id="33" creationId="{F68B3F68-107C-434F-AA38-110D5EA91B85}"/>
          </ac:spMkLst>
        </pc:spChg>
        <pc:spChg chg="add del">
          <ac:chgData name="Medialdea, Charlie A." userId="9e35d8cb-5b11-4465-aeb1-7a0bc5f78818" providerId="ADAL" clId="{893FDF8C-15D1-4523-ADBA-3D9781E480F1}" dt="2025-04-13T19:08:28.741" v="1117" actId="26606"/>
          <ac:spMkLst>
            <pc:docMk/>
            <pc:sldMk cId="0" sldId="258"/>
            <ac:spMk id="35" creationId="{AAD0DBB9-1A4B-4391-81D4-CB19F9AB918A}"/>
          </ac:spMkLst>
        </pc:spChg>
        <pc:spChg chg="add del">
          <ac:chgData name="Medialdea, Charlie A." userId="9e35d8cb-5b11-4465-aeb1-7a0bc5f78818" providerId="ADAL" clId="{893FDF8C-15D1-4523-ADBA-3D9781E480F1}" dt="2025-04-13T19:08:28.741" v="1117" actId="26606"/>
          <ac:spMkLst>
            <pc:docMk/>
            <pc:sldMk cId="0" sldId="258"/>
            <ac:spMk id="37" creationId="{063BBA22-50EA-4C4D-BE05-F1CE4E63AA56}"/>
          </ac:spMkLst>
        </pc:spChg>
        <pc:spChg chg="add del">
          <ac:chgData name="Medialdea, Charlie A." userId="9e35d8cb-5b11-4465-aeb1-7a0bc5f78818" providerId="ADAL" clId="{893FDF8C-15D1-4523-ADBA-3D9781E480F1}" dt="2025-04-13T19:08:37.949" v="1121" actId="26606"/>
          <ac:spMkLst>
            <pc:docMk/>
            <pc:sldMk cId="0" sldId="258"/>
            <ac:spMk id="43" creationId="{00000000-0000-0000-0000-000000000000}"/>
          </ac:spMkLst>
        </pc:spChg>
        <pc:spChg chg="add mod">
          <ac:chgData name="Medialdea, Charlie A." userId="9e35d8cb-5b11-4465-aeb1-7a0bc5f78818" providerId="ADAL" clId="{893FDF8C-15D1-4523-ADBA-3D9781E480F1}" dt="2025-04-13T19:16:08.403" v="1257" actId="14100"/>
          <ac:spMkLst>
            <pc:docMk/>
            <pc:sldMk cId="0" sldId="258"/>
            <ac:spMk id="46" creationId="{00000000-0000-0000-0000-000000000000}"/>
          </ac:spMkLst>
        </pc:spChg>
        <pc:spChg chg="add del">
          <ac:chgData name="Medialdea, Charlie A." userId="9e35d8cb-5b11-4465-aeb1-7a0bc5f78818" providerId="ADAL" clId="{893FDF8C-15D1-4523-ADBA-3D9781E480F1}" dt="2025-04-13T20:29:12.256" v="2433"/>
          <ac:spMkLst>
            <pc:docMk/>
            <pc:sldMk cId="0" sldId="258"/>
            <ac:spMk id="47" creationId="{59A309A7-1751-4ABE-A3C1-EEC40366AD89}"/>
          </ac:spMkLst>
        </pc:spChg>
        <pc:spChg chg="add del">
          <ac:chgData name="Medialdea, Charlie A." userId="9e35d8cb-5b11-4465-aeb1-7a0bc5f78818" providerId="ADAL" clId="{893FDF8C-15D1-4523-ADBA-3D9781E480F1}" dt="2025-04-13T20:29:12.256" v="2433"/>
          <ac:spMkLst>
            <pc:docMk/>
            <pc:sldMk cId="0" sldId="258"/>
            <ac:spMk id="48" creationId="{967D8EB6-EAE1-4F9C-B398-83321E287204}"/>
          </ac:spMkLst>
        </pc:spChg>
        <pc:grpChg chg="add del">
          <ac:chgData name="Medialdea, Charlie A." userId="9e35d8cb-5b11-4465-aeb1-7a0bc5f78818" providerId="ADAL" clId="{893FDF8C-15D1-4523-ADBA-3D9781E480F1}" dt="2025-04-13T19:08:37.957" v="1122" actId="26606"/>
          <ac:grpSpMkLst>
            <pc:docMk/>
            <pc:sldMk cId="0" sldId="258"/>
            <ac:grpSpMk id="12" creationId="{B29A5F49-8CEE-44D2-A717-96965326A59B}"/>
          </ac:grpSpMkLst>
        </pc:grpChg>
        <pc:grpChg chg="add del">
          <ac:chgData name="Medialdea, Charlie A." userId="9e35d8cb-5b11-4465-aeb1-7a0bc5f78818" providerId="ADAL" clId="{893FDF8C-15D1-4523-ADBA-3D9781E480F1}" dt="2025-04-13T19:08:37.949" v="1121" actId="26606"/>
          <ac:grpSpMkLst>
            <pc:docMk/>
            <pc:sldMk cId="0" sldId="258"/>
            <ac:grpSpMk id="16" creationId="{43F5E015-E085-4624-B431-B42414448684}"/>
          </ac:grpSpMkLst>
        </pc:grpChg>
        <pc:graphicFrameChg chg="add del">
          <ac:chgData name="Medialdea, Charlie A." userId="9e35d8cb-5b11-4465-aeb1-7a0bc5f78818" providerId="ADAL" clId="{893FDF8C-15D1-4523-ADBA-3D9781E480F1}" dt="2025-04-13T19:08:28.741" v="1117" actId="26606"/>
          <ac:graphicFrameMkLst>
            <pc:docMk/>
            <pc:sldMk cId="0" sldId="258"/>
            <ac:graphicFrameMk id="27" creationId="{5E4F5807-B0C3-8F0D-0C78-EF68D352D42A}"/>
          </ac:graphicFrameMkLst>
        </pc:graphicFrameChg>
        <pc:graphicFrameChg chg="add del">
          <ac:chgData name="Medialdea, Charlie A." userId="9e35d8cb-5b11-4465-aeb1-7a0bc5f78818" providerId="ADAL" clId="{893FDF8C-15D1-4523-ADBA-3D9781E480F1}" dt="2025-04-13T19:08:30.749" v="1119" actId="26606"/>
          <ac:graphicFrameMkLst>
            <pc:docMk/>
            <pc:sldMk cId="0" sldId="258"/>
            <ac:graphicFrameMk id="39" creationId="{F7CB1AF1-E160-E436-BB21-52FD585B3B24}"/>
          </ac:graphicFrameMkLst>
        </pc:graphicFrameChg>
        <pc:picChg chg="add del">
          <ac:chgData name="Medialdea, Charlie A." userId="9e35d8cb-5b11-4465-aeb1-7a0bc5f78818" providerId="ADAL" clId="{893FDF8C-15D1-4523-ADBA-3D9781E480F1}" dt="2025-04-13T19:08:30.749" v="1119" actId="26606"/>
          <ac:picMkLst>
            <pc:docMk/>
            <pc:sldMk cId="0" sldId="258"/>
            <ac:picMk id="28" creationId="{C7CFEF10-5012-29CE-4680-944D786C7FF5}"/>
          </ac:picMkLst>
        </pc:picChg>
        <pc:picChg chg="add">
          <ac:chgData name="Medialdea, Charlie A." userId="9e35d8cb-5b11-4465-aeb1-7a0bc5f78818" providerId="ADAL" clId="{893FDF8C-15D1-4523-ADBA-3D9781E480F1}" dt="2025-04-13T19:08:37.957" v="1122" actId="26606"/>
          <ac:picMkLst>
            <pc:docMk/>
            <pc:sldMk cId="0" sldId="258"/>
            <ac:picMk id="29" creationId="{A87A3D97-CD65-AD19-19C7-4A27C3E0F2BA}"/>
          </ac:picMkLst>
        </pc:picChg>
      </pc:sldChg>
      <pc:sldChg chg="addSp delSp modSp del mod setBg">
        <pc:chgData name="Medialdea, Charlie A." userId="9e35d8cb-5b11-4465-aeb1-7a0bc5f78818" providerId="ADAL" clId="{893FDF8C-15D1-4523-ADBA-3D9781E480F1}" dt="2025-04-13T19:42:15.211" v="1638" actId="2696"/>
        <pc:sldMkLst>
          <pc:docMk/>
          <pc:sldMk cId="0" sldId="259"/>
        </pc:sldMkLst>
        <pc:spChg chg="mod">
          <ac:chgData name="Medialdea, Charlie A." userId="9e35d8cb-5b11-4465-aeb1-7a0bc5f78818" providerId="ADAL" clId="{893FDF8C-15D1-4523-ADBA-3D9781E480F1}" dt="2025-04-13T07:48:40.980" v="4" actId="26606"/>
          <ac:spMkLst>
            <pc:docMk/>
            <pc:sldMk cId="0" sldId="259"/>
            <ac:spMk id="2" creationId="{00000000-0000-0000-0000-000000000000}"/>
          </ac:spMkLst>
        </pc:spChg>
        <pc:spChg chg="del">
          <ac:chgData name="Medialdea, Charlie A." userId="9e35d8cb-5b11-4465-aeb1-7a0bc5f78818" providerId="ADAL" clId="{893FDF8C-15D1-4523-ADBA-3D9781E480F1}" dt="2025-04-13T07:48:40.980" v="4" actId="26606"/>
          <ac:spMkLst>
            <pc:docMk/>
            <pc:sldMk cId="0" sldId="259"/>
            <ac:spMk id="3" creationId="{00000000-0000-0000-0000-000000000000}"/>
          </ac:spMkLst>
        </pc:spChg>
        <pc:spChg chg="add">
          <ac:chgData name="Medialdea, Charlie A." userId="9e35d8cb-5b11-4465-aeb1-7a0bc5f78818" providerId="ADAL" clId="{893FDF8C-15D1-4523-ADBA-3D9781E480F1}" dt="2025-04-13T07:48:40.980" v="4" actId="26606"/>
          <ac:spMkLst>
            <pc:docMk/>
            <pc:sldMk cId="0" sldId="259"/>
            <ac:spMk id="9" creationId="{44AD29B6-BF3B-4407-9E75-52DF8E3B29F1}"/>
          </ac:spMkLst>
        </pc:spChg>
        <pc:spChg chg="add">
          <ac:chgData name="Medialdea, Charlie A." userId="9e35d8cb-5b11-4465-aeb1-7a0bc5f78818" providerId="ADAL" clId="{893FDF8C-15D1-4523-ADBA-3D9781E480F1}" dt="2025-04-13T07:48:40.980" v="4" actId="26606"/>
          <ac:spMkLst>
            <pc:docMk/>
            <pc:sldMk cId="0" sldId="259"/>
            <ac:spMk id="11" creationId="{55F8BA08-3E38-4B70-B93A-74F08E092206}"/>
          </ac:spMkLst>
        </pc:spChg>
        <pc:spChg chg="add">
          <ac:chgData name="Medialdea, Charlie A." userId="9e35d8cb-5b11-4465-aeb1-7a0bc5f78818" providerId="ADAL" clId="{893FDF8C-15D1-4523-ADBA-3D9781E480F1}" dt="2025-04-13T07:48:40.980" v="4" actId="26606"/>
          <ac:spMkLst>
            <pc:docMk/>
            <pc:sldMk cId="0" sldId="259"/>
            <ac:spMk id="13" creationId="{357F1B33-79AB-4A71-8CEC-4546D709B8C8}"/>
          </ac:spMkLst>
        </pc:spChg>
        <pc:graphicFrameChg chg="add mod">
          <ac:chgData name="Medialdea, Charlie A." userId="9e35d8cb-5b11-4465-aeb1-7a0bc5f78818" providerId="ADAL" clId="{893FDF8C-15D1-4523-ADBA-3D9781E480F1}" dt="2025-04-13T19:29:57.759" v="1631" actId="20577"/>
          <ac:graphicFrameMkLst>
            <pc:docMk/>
            <pc:sldMk cId="0" sldId="259"/>
            <ac:graphicFrameMk id="5" creationId="{8375744C-ADA9-A40C-8148-7BE666D19E9F}"/>
          </ac:graphicFrameMkLst>
        </pc:graphicFrameChg>
      </pc:sldChg>
      <pc:sldChg chg="addSp delSp modSp mod setBg delDesignElem">
        <pc:chgData name="Medialdea, Charlie A." userId="9e35d8cb-5b11-4465-aeb1-7a0bc5f78818" providerId="ADAL" clId="{893FDF8C-15D1-4523-ADBA-3D9781E480F1}" dt="2025-04-13T20:29:12.256" v="2433"/>
        <pc:sldMkLst>
          <pc:docMk/>
          <pc:sldMk cId="0" sldId="260"/>
        </pc:sldMkLst>
        <pc:spChg chg="mod">
          <ac:chgData name="Medialdea, Charlie A." userId="9e35d8cb-5b11-4465-aeb1-7a0bc5f78818" providerId="ADAL" clId="{893FDF8C-15D1-4523-ADBA-3D9781E480F1}" dt="2025-04-13T19:43:14.820" v="1641" actId="26606"/>
          <ac:spMkLst>
            <pc:docMk/>
            <pc:sldMk cId="0" sldId="260"/>
            <ac:spMk id="2" creationId="{00000000-0000-0000-0000-000000000000}"/>
          </ac:spMkLst>
        </pc:spChg>
        <pc:spChg chg="del">
          <ac:chgData name="Medialdea, Charlie A." userId="9e35d8cb-5b11-4465-aeb1-7a0bc5f78818" providerId="ADAL" clId="{893FDF8C-15D1-4523-ADBA-3D9781E480F1}" dt="2025-04-13T07:48:56.362" v="5" actId="26606"/>
          <ac:spMkLst>
            <pc:docMk/>
            <pc:sldMk cId="0" sldId="260"/>
            <ac:spMk id="3" creationId="{00000000-0000-0000-0000-000000000000}"/>
          </ac:spMkLst>
        </pc:spChg>
        <pc:spChg chg="add del mod">
          <ac:chgData name="Medialdea, Charlie A." userId="9e35d8cb-5b11-4465-aeb1-7a0bc5f78818" providerId="ADAL" clId="{893FDF8C-15D1-4523-ADBA-3D9781E480F1}" dt="2025-04-13T07:51:37.239" v="7"/>
          <ac:spMkLst>
            <pc:docMk/>
            <pc:sldMk cId="0" sldId="260"/>
            <ac:spMk id="6" creationId="{67ECD30D-F5D0-1C25-D6BA-304BFC4FEDB2}"/>
          </ac:spMkLst>
        </pc:spChg>
        <pc:spChg chg="add del">
          <ac:chgData name="Medialdea, Charlie A." userId="9e35d8cb-5b11-4465-aeb1-7a0bc5f78818" providerId="ADAL" clId="{893FDF8C-15D1-4523-ADBA-3D9781E480F1}" dt="2025-04-13T07:51:51.880" v="10" actId="26606"/>
          <ac:spMkLst>
            <pc:docMk/>
            <pc:sldMk cId="0" sldId="260"/>
            <ac:spMk id="9" creationId="{BACC6370-2D7E-4714-9D71-7542949D7D5D}"/>
          </ac:spMkLst>
        </pc:spChg>
        <pc:spChg chg="add del">
          <ac:chgData name="Medialdea, Charlie A." userId="9e35d8cb-5b11-4465-aeb1-7a0bc5f78818" providerId="ADAL" clId="{893FDF8C-15D1-4523-ADBA-3D9781E480F1}" dt="2025-04-13T07:51:51.880" v="10" actId="26606"/>
          <ac:spMkLst>
            <pc:docMk/>
            <pc:sldMk cId="0" sldId="260"/>
            <ac:spMk id="11" creationId="{F68B3F68-107C-434F-AA38-110D5EA91B85}"/>
          </ac:spMkLst>
        </pc:spChg>
        <pc:spChg chg="add del">
          <ac:chgData name="Medialdea, Charlie A." userId="9e35d8cb-5b11-4465-aeb1-7a0bc5f78818" providerId="ADAL" clId="{893FDF8C-15D1-4523-ADBA-3D9781E480F1}" dt="2025-04-13T07:51:51.880" v="10" actId="26606"/>
          <ac:spMkLst>
            <pc:docMk/>
            <pc:sldMk cId="0" sldId="260"/>
            <ac:spMk id="13" creationId="{AAD0DBB9-1A4B-4391-81D4-CB19F9AB918A}"/>
          </ac:spMkLst>
        </pc:spChg>
        <pc:spChg chg="add del">
          <ac:chgData name="Medialdea, Charlie A." userId="9e35d8cb-5b11-4465-aeb1-7a0bc5f78818" providerId="ADAL" clId="{893FDF8C-15D1-4523-ADBA-3D9781E480F1}" dt="2025-04-13T07:51:51.880" v="10" actId="26606"/>
          <ac:spMkLst>
            <pc:docMk/>
            <pc:sldMk cId="0" sldId="260"/>
            <ac:spMk id="15" creationId="{063BBA22-50EA-4C4D-BE05-F1CE4E63AA56}"/>
          </ac:spMkLst>
        </pc:spChg>
        <pc:spChg chg="add del">
          <ac:chgData name="Medialdea, Charlie A." userId="9e35d8cb-5b11-4465-aeb1-7a0bc5f78818" providerId="ADAL" clId="{893FDF8C-15D1-4523-ADBA-3D9781E480F1}" dt="2025-04-13T19:43:01.740" v="1640" actId="478"/>
          <ac:spMkLst>
            <pc:docMk/>
            <pc:sldMk cId="0" sldId="260"/>
            <ac:spMk id="19" creationId="{68B99444-93F9-D2A8-2332-FA6D1F398572}"/>
          </ac:spMkLst>
        </pc:spChg>
        <pc:spChg chg="add del">
          <ac:chgData name="Medialdea, Charlie A." userId="9e35d8cb-5b11-4465-aeb1-7a0bc5f78818" providerId="ADAL" clId="{893FDF8C-15D1-4523-ADBA-3D9781E480F1}" dt="2025-04-13T19:43:14.820" v="1641" actId="26606"/>
          <ac:spMkLst>
            <pc:docMk/>
            <pc:sldMk cId="0" sldId="260"/>
            <ac:spMk id="22" creationId="{32AEEBC8-9D30-42EF-95F2-386C2653FBF0}"/>
          </ac:spMkLst>
        </pc:spChg>
        <pc:spChg chg="add del">
          <ac:chgData name="Medialdea, Charlie A." userId="9e35d8cb-5b11-4465-aeb1-7a0bc5f78818" providerId="ADAL" clId="{893FDF8C-15D1-4523-ADBA-3D9781E480F1}" dt="2025-04-13T19:43:14.820" v="1641" actId="26606"/>
          <ac:spMkLst>
            <pc:docMk/>
            <pc:sldMk cId="0" sldId="260"/>
            <ac:spMk id="24" creationId="{3529E97A-97C3-40EA-8A04-5C02398D568F}"/>
          </ac:spMkLst>
        </pc:spChg>
        <pc:spChg chg="add del">
          <ac:chgData name="Medialdea, Charlie A." userId="9e35d8cb-5b11-4465-aeb1-7a0bc5f78818" providerId="ADAL" clId="{893FDF8C-15D1-4523-ADBA-3D9781E480F1}" dt="2025-04-13T19:43:14.820" v="1641" actId="26606"/>
          <ac:spMkLst>
            <pc:docMk/>
            <pc:sldMk cId="0" sldId="260"/>
            <ac:spMk id="26" creationId="{59FA8C2E-A5A7-4490-927A-7CD58343EDBB}"/>
          </ac:spMkLst>
        </pc:spChg>
        <pc:spChg chg="add del">
          <ac:chgData name="Medialdea, Charlie A." userId="9e35d8cb-5b11-4465-aeb1-7a0bc5f78818" providerId="ADAL" clId="{893FDF8C-15D1-4523-ADBA-3D9781E480F1}" dt="2025-04-13T20:29:12.256" v="2433"/>
          <ac:spMkLst>
            <pc:docMk/>
            <pc:sldMk cId="0" sldId="260"/>
            <ac:spMk id="31" creationId="{A8384FB5-9ADC-4DDC-881B-597D56F5B15D}"/>
          </ac:spMkLst>
        </pc:spChg>
        <pc:spChg chg="add del">
          <ac:chgData name="Medialdea, Charlie A." userId="9e35d8cb-5b11-4465-aeb1-7a0bc5f78818" providerId="ADAL" clId="{893FDF8C-15D1-4523-ADBA-3D9781E480F1}" dt="2025-04-13T20:29:12.256" v="2433"/>
          <ac:spMkLst>
            <pc:docMk/>
            <pc:sldMk cId="0" sldId="260"/>
            <ac:spMk id="33" creationId="{1199E1B1-A8C0-4FE8-A5A8-1CB41D69F857}"/>
          </ac:spMkLst>
        </pc:spChg>
        <pc:spChg chg="add del">
          <ac:chgData name="Medialdea, Charlie A." userId="9e35d8cb-5b11-4465-aeb1-7a0bc5f78818" providerId="ADAL" clId="{893FDF8C-15D1-4523-ADBA-3D9781E480F1}" dt="2025-04-13T20:29:12.256" v="2433"/>
          <ac:spMkLst>
            <pc:docMk/>
            <pc:sldMk cId="0" sldId="260"/>
            <ac:spMk id="35" creationId="{84A8DE83-DE75-4B41-9DB4-A7EC0B0DEC0B}"/>
          </ac:spMkLst>
        </pc:spChg>
        <pc:spChg chg="add del">
          <ac:chgData name="Medialdea, Charlie A." userId="9e35d8cb-5b11-4465-aeb1-7a0bc5f78818" providerId="ADAL" clId="{893FDF8C-15D1-4523-ADBA-3D9781E480F1}" dt="2025-04-13T20:29:12.256" v="2433"/>
          <ac:spMkLst>
            <pc:docMk/>
            <pc:sldMk cId="0" sldId="260"/>
            <ac:spMk id="37" creationId="{A7009A0A-BEF5-4EAC-AF15-E4F9F002E239}"/>
          </ac:spMkLst>
        </pc:spChg>
        <pc:graphicFrameChg chg="add del">
          <ac:chgData name="Medialdea, Charlie A." userId="9e35d8cb-5b11-4465-aeb1-7a0bc5f78818" providerId="ADAL" clId="{893FDF8C-15D1-4523-ADBA-3D9781E480F1}" dt="2025-04-13T07:51:34.346" v="6" actId="478"/>
          <ac:graphicFrameMkLst>
            <pc:docMk/>
            <pc:sldMk cId="0" sldId="260"/>
            <ac:graphicFrameMk id="5" creationId="{9E5C6503-6295-C64E-7FE3-D79098F8B9D8}"/>
          </ac:graphicFrameMkLst>
        </pc:graphicFrameChg>
        <pc:picChg chg="add mod">
          <ac:chgData name="Medialdea, Charlie A." userId="9e35d8cb-5b11-4465-aeb1-7a0bc5f78818" providerId="ADAL" clId="{893FDF8C-15D1-4523-ADBA-3D9781E480F1}" dt="2025-04-13T19:43:14.820" v="1641" actId="26606"/>
          <ac:picMkLst>
            <pc:docMk/>
            <pc:sldMk cId="0" sldId="260"/>
            <ac:picMk id="8" creationId="{DBBB3346-0CF9-A1C0-A444-E1A02A0B5A95}"/>
          </ac:picMkLst>
        </pc:picChg>
      </pc:sldChg>
      <pc:sldChg chg="addSp delSp modSp del mod setBg">
        <pc:chgData name="Medialdea, Charlie A." userId="9e35d8cb-5b11-4465-aeb1-7a0bc5f78818" providerId="ADAL" clId="{893FDF8C-15D1-4523-ADBA-3D9781E480F1}" dt="2025-04-13T19:51:49.710" v="1643" actId="2696"/>
        <pc:sldMkLst>
          <pc:docMk/>
          <pc:sldMk cId="0" sldId="261"/>
        </pc:sldMkLst>
        <pc:spChg chg="mod">
          <ac:chgData name="Medialdea, Charlie A." userId="9e35d8cb-5b11-4465-aeb1-7a0bc5f78818" providerId="ADAL" clId="{893FDF8C-15D1-4523-ADBA-3D9781E480F1}" dt="2025-04-13T07:52:43.386" v="18" actId="26606"/>
          <ac:spMkLst>
            <pc:docMk/>
            <pc:sldMk cId="0" sldId="261"/>
            <ac:spMk id="2" creationId="{00000000-0000-0000-0000-000000000000}"/>
          </ac:spMkLst>
        </pc:spChg>
        <pc:spChg chg="add del">
          <ac:chgData name="Medialdea, Charlie A." userId="9e35d8cb-5b11-4465-aeb1-7a0bc5f78818" providerId="ADAL" clId="{893FDF8C-15D1-4523-ADBA-3D9781E480F1}" dt="2025-04-13T07:52:43.386" v="18" actId="26606"/>
          <ac:spMkLst>
            <pc:docMk/>
            <pc:sldMk cId="0" sldId="261"/>
            <ac:spMk id="3" creationId="{00000000-0000-0000-0000-000000000000}"/>
          </ac:spMkLst>
        </pc:spChg>
        <pc:spChg chg="add del">
          <ac:chgData name="Medialdea, Charlie A." userId="9e35d8cb-5b11-4465-aeb1-7a0bc5f78818" providerId="ADAL" clId="{893FDF8C-15D1-4523-ADBA-3D9781E480F1}" dt="2025-04-13T07:52:43.386" v="18" actId="26606"/>
          <ac:spMkLst>
            <pc:docMk/>
            <pc:sldMk cId="0" sldId="261"/>
            <ac:spMk id="9" creationId="{BACC6370-2D7E-4714-9D71-7542949D7D5D}"/>
          </ac:spMkLst>
        </pc:spChg>
        <pc:spChg chg="add del">
          <ac:chgData name="Medialdea, Charlie A." userId="9e35d8cb-5b11-4465-aeb1-7a0bc5f78818" providerId="ADAL" clId="{893FDF8C-15D1-4523-ADBA-3D9781E480F1}" dt="2025-04-13T07:52:43.386" v="18" actId="26606"/>
          <ac:spMkLst>
            <pc:docMk/>
            <pc:sldMk cId="0" sldId="261"/>
            <ac:spMk id="11" creationId="{F68B3F68-107C-434F-AA38-110D5EA91B85}"/>
          </ac:spMkLst>
        </pc:spChg>
        <pc:spChg chg="add del">
          <ac:chgData name="Medialdea, Charlie A." userId="9e35d8cb-5b11-4465-aeb1-7a0bc5f78818" providerId="ADAL" clId="{893FDF8C-15D1-4523-ADBA-3D9781E480F1}" dt="2025-04-13T07:52:43.386" v="18" actId="26606"/>
          <ac:spMkLst>
            <pc:docMk/>
            <pc:sldMk cId="0" sldId="261"/>
            <ac:spMk id="13" creationId="{AAD0DBB9-1A4B-4391-81D4-CB19F9AB918A}"/>
          </ac:spMkLst>
        </pc:spChg>
        <pc:spChg chg="add del">
          <ac:chgData name="Medialdea, Charlie A." userId="9e35d8cb-5b11-4465-aeb1-7a0bc5f78818" providerId="ADAL" clId="{893FDF8C-15D1-4523-ADBA-3D9781E480F1}" dt="2025-04-13T07:52:43.386" v="18" actId="26606"/>
          <ac:spMkLst>
            <pc:docMk/>
            <pc:sldMk cId="0" sldId="261"/>
            <ac:spMk id="15" creationId="{063BBA22-50EA-4C4D-BE05-F1CE4E63AA56}"/>
          </ac:spMkLst>
        </pc:spChg>
        <pc:graphicFrameChg chg="add del">
          <ac:chgData name="Medialdea, Charlie A." userId="9e35d8cb-5b11-4465-aeb1-7a0bc5f78818" providerId="ADAL" clId="{893FDF8C-15D1-4523-ADBA-3D9781E480F1}" dt="2025-04-13T07:52:43.386" v="18" actId="26606"/>
          <ac:graphicFrameMkLst>
            <pc:docMk/>
            <pc:sldMk cId="0" sldId="261"/>
            <ac:graphicFrameMk id="5" creationId="{53ABB1FA-E66B-A6E7-03F3-9CE519FA182A}"/>
          </ac:graphicFrameMkLst>
        </pc:graphicFrameChg>
      </pc:sldChg>
      <pc:sldChg chg="addSp delSp modSp del mod setBg">
        <pc:chgData name="Medialdea, Charlie A." userId="9e35d8cb-5b11-4465-aeb1-7a0bc5f78818" providerId="ADAL" clId="{893FDF8C-15D1-4523-ADBA-3D9781E480F1}" dt="2025-04-13T20:06:12.694" v="1855" actId="47"/>
        <pc:sldMkLst>
          <pc:docMk/>
          <pc:sldMk cId="0" sldId="262"/>
        </pc:sldMkLst>
        <pc:spChg chg="mod">
          <ac:chgData name="Medialdea, Charlie A." userId="9e35d8cb-5b11-4465-aeb1-7a0bc5f78818" providerId="ADAL" clId="{893FDF8C-15D1-4523-ADBA-3D9781E480F1}" dt="2025-04-13T07:52:41.479" v="17" actId="26606"/>
          <ac:spMkLst>
            <pc:docMk/>
            <pc:sldMk cId="0" sldId="262"/>
            <ac:spMk id="2" creationId="{00000000-0000-0000-0000-000000000000}"/>
          </ac:spMkLst>
        </pc:spChg>
        <pc:spChg chg="add del mod">
          <ac:chgData name="Medialdea, Charlie A." userId="9e35d8cb-5b11-4465-aeb1-7a0bc5f78818" providerId="ADAL" clId="{893FDF8C-15D1-4523-ADBA-3D9781E480F1}" dt="2025-04-13T20:02:46.849" v="1853" actId="20577"/>
          <ac:spMkLst>
            <pc:docMk/>
            <pc:sldMk cId="0" sldId="262"/>
            <ac:spMk id="3" creationId="{00000000-0000-0000-0000-000000000000}"/>
          </ac:spMkLst>
        </pc:spChg>
        <pc:spChg chg="add del">
          <ac:chgData name="Medialdea, Charlie A." userId="9e35d8cb-5b11-4465-aeb1-7a0bc5f78818" providerId="ADAL" clId="{893FDF8C-15D1-4523-ADBA-3D9781E480F1}" dt="2025-04-13T07:52:41.479" v="17" actId="26606"/>
          <ac:spMkLst>
            <pc:docMk/>
            <pc:sldMk cId="0" sldId="262"/>
            <ac:spMk id="9" creationId="{2E442304-DDBD-4F7B-8017-36BCC863FB40}"/>
          </ac:spMkLst>
        </pc:spChg>
        <pc:spChg chg="add del">
          <ac:chgData name="Medialdea, Charlie A." userId="9e35d8cb-5b11-4465-aeb1-7a0bc5f78818" providerId="ADAL" clId="{893FDF8C-15D1-4523-ADBA-3D9781E480F1}" dt="2025-04-13T07:52:41.479" v="17" actId="26606"/>
          <ac:spMkLst>
            <pc:docMk/>
            <pc:sldMk cId="0" sldId="262"/>
            <ac:spMk id="11" creationId="{5E107275-3853-46FD-A241-DE4355A42675}"/>
          </ac:spMkLst>
        </pc:spChg>
        <pc:graphicFrameChg chg="add del">
          <ac:chgData name="Medialdea, Charlie A." userId="9e35d8cb-5b11-4465-aeb1-7a0bc5f78818" providerId="ADAL" clId="{893FDF8C-15D1-4523-ADBA-3D9781E480F1}" dt="2025-04-13T07:52:41.479" v="17" actId="26606"/>
          <ac:graphicFrameMkLst>
            <pc:docMk/>
            <pc:sldMk cId="0" sldId="262"/>
            <ac:graphicFrameMk id="5" creationId="{99737071-1860-DFC4-1E50-E605F53038C1}"/>
          </ac:graphicFrameMkLst>
        </pc:graphicFrameChg>
      </pc:sldChg>
      <pc:sldChg chg="addSp delSp modSp mod setBg setClrOvrMap">
        <pc:chgData name="Medialdea, Charlie A." userId="9e35d8cb-5b11-4465-aeb1-7a0bc5f78818" providerId="ADAL" clId="{893FDF8C-15D1-4523-ADBA-3D9781E480F1}" dt="2025-04-13T20:34:17.438" v="2497" actId="120"/>
        <pc:sldMkLst>
          <pc:docMk/>
          <pc:sldMk cId="0" sldId="263"/>
        </pc:sldMkLst>
        <pc:spChg chg="mod">
          <ac:chgData name="Medialdea, Charlie A." userId="9e35d8cb-5b11-4465-aeb1-7a0bc5f78818" providerId="ADAL" clId="{893FDF8C-15D1-4523-ADBA-3D9781E480F1}" dt="2025-04-13T20:33:19.978" v="2483" actId="1035"/>
          <ac:spMkLst>
            <pc:docMk/>
            <pc:sldMk cId="0" sldId="263"/>
            <ac:spMk id="2" creationId="{00000000-0000-0000-0000-000000000000}"/>
          </ac:spMkLst>
        </pc:spChg>
        <pc:spChg chg="add del mod">
          <ac:chgData name="Medialdea, Charlie A." userId="9e35d8cb-5b11-4465-aeb1-7a0bc5f78818" providerId="ADAL" clId="{893FDF8C-15D1-4523-ADBA-3D9781E480F1}" dt="2025-04-13T20:29:30.321" v="2434" actId="26606"/>
          <ac:spMkLst>
            <pc:docMk/>
            <pc:sldMk cId="0" sldId="263"/>
            <ac:spMk id="3" creationId="{00000000-0000-0000-0000-000000000000}"/>
          </ac:spMkLst>
        </pc:spChg>
        <pc:spChg chg="add">
          <ac:chgData name="Medialdea, Charlie A." userId="9e35d8cb-5b11-4465-aeb1-7a0bc5f78818" providerId="ADAL" clId="{893FDF8C-15D1-4523-ADBA-3D9781E480F1}" dt="2025-04-13T20:16:15.323" v="2069"/>
          <ac:spMkLst>
            <pc:docMk/>
            <pc:sldMk cId="0" sldId="263"/>
            <ac:spMk id="4" creationId="{0691B0F4-55F5-C178-3DB6-2CCD2569C7FA}"/>
          </ac:spMkLst>
        </pc:spChg>
        <pc:spChg chg="add">
          <ac:chgData name="Medialdea, Charlie A." userId="9e35d8cb-5b11-4465-aeb1-7a0bc5f78818" providerId="ADAL" clId="{893FDF8C-15D1-4523-ADBA-3D9781E480F1}" dt="2025-04-13T20:16:15.323" v="2069"/>
          <ac:spMkLst>
            <pc:docMk/>
            <pc:sldMk cId="0" sldId="263"/>
            <ac:spMk id="5" creationId="{FE65AE42-C06D-3F32-1317-CF68112983CA}"/>
          </ac:spMkLst>
        </pc:spChg>
        <pc:spChg chg="add">
          <ac:chgData name="Medialdea, Charlie A." userId="9e35d8cb-5b11-4465-aeb1-7a0bc5f78818" providerId="ADAL" clId="{893FDF8C-15D1-4523-ADBA-3D9781E480F1}" dt="2025-04-13T20:16:15.323" v="2069"/>
          <ac:spMkLst>
            <pc:docMk/>
            <pc:sldMk cId="0" sldId="263"/>
            <ac:spMk id="6" creationId="{716C792F-2929-3C1C-A5DE-2881C03E212E}"/>
          </ac:spMkLst>
        </pc:spChg>
        <pc:spChg chg="add mod">
          <ac:chgData name="Medialdea, Charlie A." userId="9e35d8cb-5b11-4465-aeb1-7a0bc5f78818" providerId="ADAL" clId="{893FDF8C-15D1-4523-ADBA-3D9781E480F1}" dt="2025-04-13T20:16:45.242" v="2076" actId="1076"/>
          <ac:spMkLst>
            <pc:docMk/>
            <pc:sldMk cId="0" sldId="263"/>
            <ac:spMk id="7" creationId="{806C0234-6560-0A44-B454-01545BCFDDAB}"/>
          </ac:spMkLst>
        </pc:spChg>
        <pc:spChg chg="add mod">
          <ac:chgData name="Medialdea, Charlie A." userId="9e35d8cb-5b11-4465-aeb1-7a0bc5f78818" providerId="ADAL" clId="{893FDF8C-15D1-4523-ADBA-3D9781E480F1}" dt="2025-04-13T20:16:45.934" v="2077" actId="1076"/>
          <ac:spMkLst>
            <pc:docMk/>
            <pc:sldMk cId="0" sldId="263"/>
            <ac:spMk id="8" creationId="{99C74D23-A8DB-B1DE-3C3E-FD4DEC08C4BA}"/>
          </ac:spMkLst>
        </pc:spChg>
        <pc:spChg chg="add mod">
          <ac:chgData name="Medialdea, Charlie A." userId="9e35d8cb-5b11-4465-aeb1-7a0bc5f78818" providerId="ADAL" clId="{893FDF8C-15D1-4523-ADBA-3D9781E480F1}" dt="2025-04-13T20:16:46.133" v="2078" actId="1076"/>
          <ac:spMkLst>
            <pc:docMk/>
            <pc:sldMk cId="0" sldId="263"/>
            <ac:spMk id="9" creationId="{1D4078C0-B1EE-8235-53B7-DD00A4353E03}"/>
          </ac:spMkLst>
        </pc:spChg>
        <pc:spChg chg="add">
          <ac:chgData name="Medialdea, Charlie A." userId="9e35d8cb-5b11-4465-aeb1-7a0bc5f78818" providerId="ADAL" clId="{893FDF8C-15D1-4523-ADBA-3D9781E480F1}" dt="2025-04-13T20:17:25.081" v="2089"/>
          <ac:spMkLst>
            <pc:docMk/>
            <pc:sldMk cId="0" sldId="263"/>
            <ac:spMk id="10" creationId="{70020060-F34B-48C4-61D9-4AEBCA46BADF}"/>
          </ac:spMkLst>
        </pc:spChg>
        <pc:spChg chg="add del">
          <ac:chgData name="Medialdea, Charlie A." userId="9e35d8cb-5b11-4465-aeb1-7a0bc5f78818" providerId="ADAL" clId="{893FDF8C-15D1-4523-ADBA-3D9781E480F1}" dt="2025-04-13T07:52:40.241" v="16" actId="26606"/>
          <ac:spMkLst>
            <pc:docMk/>
            <pc:sldMk cId="0" sldId="263"/>
            <ac:spMk id="10" creationId="{B50AB553-2A96-4A92-96F2-93548E096954}"/>
          </ac:spMkLst>
        </pc:spChg>
        <pc:spChg chg="add mod">
          <ac:chgData name="Medialdea, Charlie A." userId="9e35d8cb-5b11-4465-aeb1-7a0bc5f78818" providerId="ADAL" clId="{893FDF8C-15D1-4523-ADBA-3D9781E480F1}" dt="2025-04-13T20:17:30.427" v="2091"/>
          <ac:spMkLst>
            <pc:docMk/>
            <pc:sldMk cId="0" sldId="263"/>
            <ac:spMk id="11" creationId="{CB5C6E5A-7D91-4A0E-B9A3-37A7A24CB255}"/>
          </ac:spMkLst>
        </pc:spChg>
        <pc:spChg chg="add mod">
          <ac:chgData name="Medialdea, Charlie A." userId="9e35d8cb-5b11-4465-aeb1-7a0bc5f78818" providerId="ADAL" clId="{893FDF8C-15D1-4523-ADBA-3D9781E480F1}" dt="2025-04-13T20:33:41.099" v="2495" actId="207"/>
          <ac:spMkLst>
            <pc:docMk/>
            <pc:sldMk cId="0" sldId="263"/>
            <ac:spMk id="13" creationId="{8EB2D501-AEF7-BB3F-5188-F7E05B6530B8}"/>
          </ac:spMkLst>
        </pc:spChg>
        <pc:spChg chg="add del">
          <ac:chgData name="Medialdea, Charlie A." userId="9e35d8cb-5b11-4465-aeb1-7a0bc5f78818" providerId="ADAL" clId="{893FDF8C-15D1-4523-ADBA-3D9781E480F1}" dt="2025-04-13T20:28:23.135" v="2413" actId="26606"/>
          <ac:spMkLst>
            <pc:docMk/>
            <pc:sldMk cId="0" sldId="263"/>
            <ac:spMk id="18" creationId="{21739CA5-F0F5-48E1-8E8C-F24B71827E46}"/>
          </ac:spMkLst>
        </pc:spChg>
        <pc:spChg chg="add del">
          <ac:chgData name="Medialdea, Charlie A." userId="9e35d8cb-5b11-4465-aeb1-7a0bc5f78818" providerId="ADAL" clId="{893FDF8C-15D1-4523-ADBA-3D9781E480F1}" dt="2025-04-13T20:28:23.135" v="2413" actId="26606"/>
          <ac:spMkLst>
            <pc:docMk/>
            <pc:sldMk cId="0" sldId="263"/>
            <ac:spMk id="19" creationId="{00000000-0000-0000-0000-000000000000}"/>
          </ac:spMkLst>
        </pc:spChg>
        <pc:spChg chg="add del">
          <ac:chgData name="Medialdea, Charlie A." userId="9e35d8cb-5b11-4465-aeb1-7a0bc5f78818" providerId="ADAL" clId="{893FDF8C-15D1-4523-ADBA-3D9781E480F1}" dt="2025-04-13T20:28:23.135" v="2413" actId="26606"/>
          <ac:spMkLst>
            <pc:docMk/>
            <pc:sldMk cId="0" sldId="263"/>
            <ac:spMk id="20" creationId="{3EAD2937-F230-41D4-B9C5-975B129BFC20}"/>
          </ac:spMkLst>
        </pc:spChg>
        <pc:spChg chg="add del">
          <ac:chgData name="Medialdea, Charlie A." userId="9e35d8cb-5b11-4465-aeb1-7a0bc5f78818" providerId="ADAL" clId="{893FDF8C-15D1-4523-ADBA-3D9781E480F1}" dt="2025-04-13T20:28:23.135" v="2413" actId="26606"/>
          <ac:spMkLst>
            <pc:docMk/>
            <pc:sldMk cId="0" sldId="263"/>
            <ac:spMk id="22" creationId="{CCD444A3-C338-4886-B7F1-4BA2AF46EB64}"/>
          </ac:spMkLst>
        </pc:spChg>
        <pc:spChg chg="add">
          <ac:chgData name="Medialdea, Charlie A." userId="9e35d8cb-5b11-4465-aeb1-7a0bc5f78818" providerId="ADAL" clId="{893FDF8C-15D1-4523-ADBA-3D9781E480F1}" dt="2025-04-13T20:30:44.571" v="2441" actId="26606"/>
          <ac:spMkLst>
            <pc:docMk/>
            <pc:sldMk cId="0" sldId="263"/>
            <ac:spMk id="23" creationId="{B50AB553-2A96-4A92-96F2-93548E096954}"/>
          </ac:spMkLst>
        </pc:spChg>
        <pc:spChg chg="add del">
          <ac:chgData name="Medialdea, Charlie A." userId="9e35d8cb-5b11-4465-aeb1-7a0bc5f78818" providerId="ADAL" clId="{893FDF8C-15D1-4523-ADBA-3D9781E480F1}" dt="2025-04-13T20:28:30.042" v="2415" actId="26606"/>
          <ac:spMkLst>
            <pc:docMk/>
            <pc:sldMk cId="0" sldId="263"/>
            <ac:spMk id="24" creationId="{10F24D38-B79E-44B4-830E-043F45D96DC2}"/>
          </ac:spMkLst>
        </pc:spChg>
        <pc:spChg chg="add del">
          <ac:chgData name="Medialdea, Charlie A." userId="9e35d8cb-5b11-4465-aeb1-7a0bc5f78818" providerId="ADAL" clId="{893FDF8C-15D1-4523-ADBA-3D9781E480F1}" dt="2025-04-13T20:28:30.042" v="2415" actId="26606"/>
          <ac:spMkLst>
            <pc:docMk/>
            <pc:sldMk cId="0" sldId="263"/>
            <ac:spMk id="26" creationId="{00000000-0000-0000-0000-000000000000}"/>
          </ac:spMkLst>
        </pc:spChg>
        <pc:spChg chg="add del">
          <ac:chgData name="Medialdea, Charlie A." userId="9e35d8cb-5b11-4465-aeb1-7a0bc5f78818" providerId="ADAL" clId="{893FDF8C-15D1-4523-ADBA-3D9781E480F1}" dt="2025-04-13T20:28:32.440" v="2417" actId="26606"/>
          <ac:spMkLst>
            <pc:docMk/>
            <pc:sldMk cId="0" sldId="263"/>
            <ac:spMk id="28" creationId="{B36F400F-DF28-43BC-8D8E-4929793B392A}"/>
          </ac:spMkLst>
        </pc:spChg>
        <pc:spChg chg="add del">
          <ac:chgData name="Medialdea, Charlie A." userId="9e35d8cb-5b11-4465-aeb1-7a0bc5f78818" providerId="ADAL" clId="{893FDF8C-15D1-4523-ADBA-3D9781E480F1}" dt="2025-04-13T20:28:32.440" v="2417" actId="26606"/>
          <ac:spMkLst>
            <pc:docMk/>
            <pc:sldMk cId="0" sldId="263"/>
            <ac:spMk id="29" creationId="{00000000-0000-0000-0000-000000000000}"/>
          </ac:spMkLst>
        </pc:spChg>
        <pc:spChg chg="add del">
          <ac:chgData name="Medialdea, Charlie A." userId="9e35d8cb-5b11-4465-aeb1-7a0bc5f78818" providerId="ADAL" clId="{893FDF8C-15D1-4523-ADBA-3D9781E480F1}" dt="2025-04-13T20:28:33.203" v="2419" actId="26606"/>
          <ac:spMkLst>
            <pc:docMk/>
            <pc:sldMk cId="0" sldId="263"/>
            <ac:spMk id="31" creationId="{4FFBEE45-F140-49D5-85EA-C78C24340B23}"/>
          </ac:spMkLst>
        </pc:spChg>
        <pc:spChg chg="add del">
          <ac:chgData name="Medialdea, Charlie A." userId="9e35d8cb-5b11-4465-aeb1-7a0bc5f78818" providerId="ADAL" clId="{893FDF8C-15D1-4523-ADBA-3D9781E480F1}" dt="2025-04-13T20:28:33.203" v="2419" actId="26606"/>
          <ac:spMkLst>
            <pc:docMk/>
            <pc:sldMk cId="0" sldId="263"/>
            <ac:spMk id="32" creationId="{00000000-0000-0000-0000-000000000000}"/>
          </ac:spMkLst>
        </pc:spChg>
        <pc:spChg chg="add del">
          <ac:chgData name="Medialdea, Charlie A." userId="9e35d8cb-5b11-4465-aeb1-7a0bc5f78818" providerId="ADAL" clId="{893FDF8C-15D1-4523-ADBA-3D9781E480F1}" dt="2025-04-13T20:28:48.046" v="2421" actId="26606"/>
          <ac:spMkLst>
            <pc:docMk/>
            <pc:sldMk cId="0" sldId="263"/>
            <ac:spMk id="34" creationId="{10F24D38-B79E-44B4-830E-043F45D96DC2}"/>
          </ac:spMkLst>
        </pc:spChg>
        <pc:spChg chg="add del">
          <ac:chgData name="Medialdea, Charlie A." userId="9e35d8cb-5b11-4465-aeb1-7a0bc5f78818" providerId="ADAL" clId="{893FDF8C-15D1-4523-ADBA-3D9781E480F1}" dt="2025-04-13T20:28:48.046" v="2421" actId="26606"/>
          <ac:spMkLst>
            <pc:docMk/>
            <pc:sldMk cId="0" sldId="263"/>
            <ac:spMk id="36" creationId="{00000000-0000-0000-0000-000000000000}"/>
          </ac:spMkLst>
        </pc:spChg>
        <pc:graphicFrameChg chg="add del">
          <ac:chgData name="Medialdea, Charlie A." userId="9e35d8cb-5b11-4465-aeb1-7a0bc5f78818" providerId="ADAL" clId="{893FDF8C-15D1-4523-ADBA-3D9781E480F1}" dt="2025-04-13T07:52:40.241" v="16" actId="26606"/>
          <ac:graphicFrameMkLst>
            <pc:docMk/>
            <pc:sldMk cId="0" sldId="263"/>
            <ac:graphicFrameMk id="5" creationId="{F1E23E3A-3634-7FAF-6C2B-DB448D1AB34D}"/>
          </ac:graphicFrameMkLst>
        </pc:graphicFrameChg>
        <pc:graphicFrameChg chg="add del">
          <ac:chgData name="Medialdea, Charlie A." userId="9e35d8cb-5b11-4465-aeb1-7a0bc5f78818" providerId="ADAL" clId="{893FDF8C-15D1-4523-ADBA-3D9781E480F1}" dt="2025-04-13T20:26:31.581" v="2403" actId="26606"/>
          <ac:graphicFrameMkLst>
            <pc:docMk/>
            <pc:sldMk cId="0" sldId="263"/>
            <ac:graphicFrameMk id="15" creationId="{75C54355-6A91-0E3E-CEF8-754AFB4B36D9}"/>
          </ac:graphicFrameMkLst>
        </pc:graphicFrameChg>
        <pc:graphicFrameChg chg="add del">
          <ac:chgData name="Medialdea, Charlie A." userId="9e35d8cb-5b11-4465-aeb1-7a0bc5f78818" providerId="ADAL" clId="{893FDF8C-15D1-4523-ADBA-3D9781E480F1}" dt="2025-04-13T20:28:19.679" v="2411" actId="26606"/>
          <ac:graphicFrameMkLst>
            <pc:docMk/>
            <pc:sldMk cId="0" sldId="263"/>
            <ac:graphicFrameMk id="16" creationId="{CE48234D-1298-E334-F562-ED584A61CD44}"/>
          </ac:graphicFrameMkLst>
        </pc:graphicFrameChg>
        <pc:graphicFrameChg chg="add mod ord modGraphic">
          <ac:chgData name="Medialdea, Charlie A." userId="9e35d8cb-5b11-4465-aeb1-7a0bc5f78818" providerId="ADAL" clId="{893FDF8C-15D1-4523-ADBA-3D9781E480F1}" dt="2025-04-13T20:34:17.438" v="2497" actId="120"/>
          <ac:graphicFrameMkLst>
            <pc:docMk/>
            <pc:sldMk cId="0" sldId="263"/>
            <ac:graphicFrameMk id="17" creationId="{85F0D125-CD71-2F4F-9EC2-90B0FE338F3A}"/>
          </ac:graphicFrameMkLst>
        </pc:graphicFrameChg>
        <pc:picChg chg="add del">
          <ac:chgData name="Medialdea, Charlie A." userId="9e35d8cb-5b11-4465-aeb1-7a0bc5f78818" providerId="ADAL" clId="{893FDF8C-15D1-4523-ADBA-3D9781E480F1}" dt="2025-04-13T07:52:40.241" v="16" actId="26606"/>
          <ac:picMkLst>
            <pc:docMk/>
            <pc:sldMk cId="0" sldId="263"/>
            <ac:picMk id="6" creationId="{AB74ED35-3F92-9AA7-F4A9-F0CB310B0094}"/>
          </ac:picMkLst>
        </pc:picChg>
        <pc:picChg chg="add mod">
          <ac:chgData name="Medialdea, Charlie A." userId="9e35d8cb-5b11-4465-aeb1-7a0bc5f78818" providerId="ADAL" clId="{893FDF8C-15D1-4523-ADBA-3D9781E480F1}" dt="2025-04-13T20:33:03.672" v="2456" actId="1076"/>
          <ac:picMkLst>
            <pc:docMk/>
            <pc:sldMk cId="0" sldId="263"/>
            <ac:picMk id="21" creationId="{43080207-454F-86B8-DBA6-0314E7043C1F}"/>
          </ac:picMkLst>
        </pc:picChg>
        <pc:cxnChg chg="add del">
          <ac:chgData name="Medialdea, Charlie A." userId="9e35d8cb-5b11-4465-aeb1-7a0bc5f78818" providerId="ADAL" clId="{893FDF8C-15D1-4523-ADBA-3D9781E480F1}" dt="2025-04-13T20:28:30.042" v="2415" actId="26606"/>
          <ac:cxnSpMkLst>
            <pc:docMk/>
            <pc:sldMk cId="0" sldId="263"/>
            <ac:cxnSpMk id="25" creationId="{FC469874-256B-45B3-A79C-7591B4BA1ECC}"/>
          </ac:cxnSpMkLst>
        </pc:cxnChg>
        <pc:cxnChg chg="add del">
          <ac:chgData name="Medialdea, Charlie A." userId="9e35d8cb-5b11-4465-aeb1-7a0bc5f78818" providerId="ADAL" clId="{893FDF8C-15D1-4523-ADBA-3D9781E480F1}" dt="2025-04-13T20:28:48.046" v="2421" actId="26606"/>
          <ac:cxnSpMkLst>
            <pc:docMk/>
            <pc:sldMk cId="0" sldId="263"/>
            <ac:cxnSpMk id="35" creationId="{FC469874-256B-45B3-A79C-7591B4BA1ECC}"/>
          </ac:cxnSpMkLst>
        </pc:cxnChg>
      </pc:sldChg>
      <pc:sldChg chg="addSp delSp modSp mod setBg">
        <pc:chgData name="Medialdea, Charlie A." userId="9e35d8cb-5b11-4465-aeb1-7a0bc5f78818" providerId="ADAL" clId="{893FDF8C-15D1-4523-ADBA-3D9781E480F1}" dt="2025-04-13T21:08:09.164" v="2584" actId="14100"/>
        <pc:sldMkLst>
          <pc:docMk/>
          <pc:sldMk cId="0" sldId="264"/>
        </pc:sldMkLst>
        <pc:spChg chg="mod">
          <ac:chgData name="Medialdea, Charlie A." userId="9e35d8cb-5b11-4465-aeb1-7a0bc5f78818" providerId="ADAL" clId="{893FDF8C-15D1-4523-ADBA-3D9781E480F1}" dt="2025-04-13T21:06:05.696" v="2578" actId="26606"/>
          <ac:spMkLst>
            <pc:docMk/>
            <pc:sldMk cId="0" sldId="264"/>
            <ac:spMk id="2" creationId="{00000000-0000-0000-0000-000000000000}"/>
          </ac:spMkLst>
        </pc:spChg>
        <pc:spChg chg="add del mod">
          <ac:chgData name="Medialdea, Charlie A." userId="9e35d8cb-5b11-4465-aeb1-7a0bc5f78818" providerId="ADAL" clId="{893FDF8C-15D1-4523-ADBA-3D9781E480F1}" dt="2025-04-13T21:08:09.164" v="2584" actId="14100"/>
          <ac:spMkLst>
            <pc:docMk/>
            <pc:sldMk cId="0" sldId="264"/>
            <ac:spMk id="3" creationId="{00000000-0000-0000-0000-000000000000}"/>
          </ac:spMkLst>
        </pc:spChg>
        <pc:spChg chg="add">
          <ac:chgData name="Medialdea, Charlie A." userId="9e35d8cb-5b11-4465-aeb1-7a0bc5f78818" providerId="ADAL" clId="{893FDF8C-15D1-4523-ADBA-3D9781E480F1}" dt="2025-04-13T21:06:05.696" v="2578" actId="26606"/>
          <ac:spMkLst>
            <pc:docMk/>
            <pc:sldMk cId="0" sldId="264"/>
            <ac:spMk id="8" creationId="{1B15ED52-F352-441B-82BF-E0EA34836D08}"/>
          </ac:spMkLst>
        </pc:spChg>
        <pc:spChg chg="add del">
          <ac:chgData name="Medialdea, Charlie A." userId="9e35d8cb-5b11-4465-aeb1-7a0bc5f78818" providerId="ADAL" clId="{893FDF8C-15D1-4523-ADBA-3D9781E480F1}" dt="2025-04-13T07:52:38.418" v="15" actId="26606"/>
          <ac:spMkLst>
            <pc:docMk/>
            <pc:sldMk cId="0" sldId="264"/>
            <ac:spMk id="9" creationId="{2659FDB4-FCBE-4A89-B46D-43D4FA54464D}"/>
          </ac:spMkLst>
        </pc:spChg>
        <pc:spChg chg="add">
          <ac:chgData name="Medialdea, Charlie A." userId="9e35d8cb-5b11-4465-aeb1-7a0bc5f78818" providerId="ADAL" clId="{893FDF8C-15D1-4523-ADBA-3D9781E480F1}" dt="2025-04-13T21:06:05.696" v="2578" actId="26606"/>
          <ac:spMkLst>
            <pc:docMk/>
            <pc:sldMk cId="0" sldId="264"/>
            <ac:spMk id="10" creationId="{3B2E3793-BFE6-45A2-9B7B-E18844431C99}"/>
          </ac:spMkLst>
        </pc:spChg>
        <pc:spChg chg="add">
          <ac:chgData name="Medialdea, Charlie A." userId="9e35d8cb-5b11-4465-aeb1-7a0bc5f78818" providerId="ADAL" clId="{893FDF8C-15D1-4523-ADBA-3D9781E480F1}" dt="2025-04-13T21:06:05.696" v="2578" actId="26606"/>
          <ac:spMkLst>
            <pc:docMk/>
            <pc:sldMk cId="0" sldId="264"/>
            <ac:spMk id="12" creationId="{BC4C4868-CB8F-4AF9-9CDB-8108F2C19B67}"/>
          </ac:spMkLst>
        </pc:spChg>
        <pc:spChg chg="add del">
          <ac:chgData name="Medialdea, Charlie A." userId="9e35d8cb-5b11-4465-aeb1-7a0bc5f78818" providerId="ADAL" clId="{893FDF8C-15D1-4523-ADBA-3D9781E480F1}" dt="2025-04-13T07:52:38.418" v="15" actId="26606"/>
          <ac:spMkLst>
            <pc:docMk/>
            <pc:sldMk cId="0" sldId="264"/>
            <ac:spMk id="13" creationId="{58BDB0EE-D238-415B-9ED8-62AA6AB2AAD1}"/>
          </ac:spMkLst>
        </pc:spChg>
        <pc:spChg chg="add">
          <ac:chgData name="Medialdea, Charlie A." userId="9e35d8cb-5b11-4465-aeb1-7a0bc5f78818" providerId="ADAL" clId="{893FDF8C-15D1-4523-ADBA-3D9781E480F1}" dt="2025-04-13T21:06:05.696" v="2578" actId="26606"/>
          <ac:spMkLst>
            <pc:docMk/>
            <pc:sldMk cId="0" sldId="264"/>
            <ac:spMk id="14" creationId="{375E0459-6403-40CD-989D-56A4407CA12E}"/>
          </ac:spMkLst>
        </pc:spChg>
        <pc:spChg chg="add del">
          <ac:chgData name="Medialdea, Charlie A." userId="9e35d8cb-5b11-4465-aeb1-7a0bc5f78818" providerId="ADAL" clId="{893FDF8C-15D1-4523-ADBA-3D9781E480F1}" dt="2025-04-13T07:52:38.418" v="15" actId="26606"/>
          <ac:spMkLst>
            <pc:docMk/>
            <pc:sldMk cId="0" sldId="264"/>
            <ac:spMk id="15" creationId="{C5B55FC3-961D-4325-82F1-DE92B0D04E03}"/>
          </ac:spMkLst>
        </pc:spChg>
        <pc:spChg chg="add">
          <ac:chgData name="Medialdea, Charlie A." userId="9e35d8cb-5b11-4465-aeb1-7a0bc5f78818" providerId="ADAL" clId="{893FDF8C-15D1-4523-ADBA-3D9781E480F1}" dt="2025-04-13T21:06:05.696" v="2578" actId="26606"/>
          <ac:spMkLst>
            <pc:docMk/>
            <pc:sldMk cId="0" sldId="264"/>
            <ac:spMk id="16" creationId="{53E5B1A8-3AC9-4BD1-9BBC-78CA94F2D1BA}"/>
          </ac:spMkLst>
        </pc:spChg>
        <pc:spChg chg="add del">
          <ac:chgData name="Medialdea, Charlie A." userId="9e35d8cb-5b11-4465-aeb1-7a0bc5f78818" providerId="ADAL" clId="{893FDF8C-15D1-4523-ADBA-3D9781E480F1}" dt="2025-04-13T07:52:38.418" v="15" actId="26606"/>
          <ac:spMkLst>
            <pc:docMk/>
            <pc:sldMk cId="0" sldId="264"/>
            <ac:spMk id="17" creationId="{4C8AB332-D09E-4F28-943C-DABDD4716A3C}"/>
          </ac:spMkLst>
        </pc:spChg>
        <pc:graphicFrameChg chg="add del">
          <ac:chgData name="Medialdea, Charlie A." userId="9e35d8cb-5b11-4465-aeb1-7a0bc5f78818" providerId="ADAL" clId="{893FDF8C-15D1-4523-ADBA-3D9781E480F1}" dt="2025-04-13T07:52:38.418" v="15" actId="26606"/>
          <ac:graphicFrameMkLst>
            <pc:docMk/>
            <pc:sldMk cId="0" sldId="264"/>
            <ac:graphicFrameMk id="5" creationId="{B795F019-500A-5FFA-EB13-4D2EB224278D}"/>
          </ac:graphicFrameMkLst>
        </pc:graphicFrameChg>
        <pc:cxnChg chg="add del">
          <ac:chgData name="Medialdea, Charlie A." userId="9e35d8cb-5b11-4465-aeb1-7a0bc5f78818" providerId="ADAL" clId="{893FDF8C-15D1-4523-ADBA-3D9781E480F1}" dt="2025-04-13T07:52:38.418" v="15" actId="26606"/>
          <ac:cxnSpMkLst>
            <pc:docMk/>
            <pc:sldMk cId="0" sldId="264"/>
            <ac:cxnSpMk id="11" creationId="{C8F51B3F-8331-4E4A-AE96-D47B1006EEAD}"/>
          </ac:cxnSpMkLst>
        </pc:cxnChg>
      </pc:sldChg>
      <pc:sldChg chg="addSp modSp mod setBg">
        <pc:chgData name="Medialdea, Charlie A." userId="9e35d8cb-5b11-4465-aeb1-7a0bc5f78818" providerId="ADAL" clId="{893FDF8C-15D1-4523-ADBA-3D9781E480F1}" dt="2025-04-13T21:09:57.251" v="2585" actId="255"/>
        <pc:sldMkLst>
          <pc:docMk/>
          <pc:sldMk cId="0" sldId="265"/>
        </pc:sldMkLst>
        <pc:spChg chg="mod">
          <ac:chgData name="Medialdea, Charlie A." userId="9e35d8cb-5b11-4465-aeb1-7a0bc5f78818" providerId="ADAL" clId="{893FDF8C-15D1-4523-ADBA-3D9781E480F1}" dt="2025-04-13T21:09:57.251" v="2585" actId="255"/>
          <ac:spMkLst>
            <pc:docMk/>
            <pc:sldMk cId="0" sldId="265"/>
            <ac:spMk id="2" creationId="{00000000-0000-0000-0000-000000000000}"/>
          </ac:spMkLst>
        </pc:spChg>
        <pc:spChg chg="mod">
          <ac:chgData name="Medialdea, Charlie A." userId="9e35d8cb-5b11-4465-aeb1-7a0bc5f78818" providerId="ADAL" clId="{893FDF8C-15D1-4523-ADBA-3D9781E480F1}" dt="2025-04-13T21:07:40.236" v="2581" actId="1076"/>
          <ac:spMkLst>
            <pc:docMk/>
            <pc:sldMk cId="0" sldId="265"/>
            <ac:spMk id="3" creationId="{00000000-0000-0000-0000-000000000000}"/>
          </ac:spMkLst>
        </pc:spChg>
        <pc:spChg chg="add">
          <ac:chgData name="Medialdea, Charlie A." userId="9e35d8cb-5b11-4465-aeb1-7a0bc5f78818" providerId="ADAL" clId="{893FDF8C-15D1-4523-ADBA-3D9781E480F1}" dt="2025-04-13T21:06:25.345" v="2579" actId="26606"/>
          <ac:spMkLst>
            <pc:docMk/>
            <pc:sldMk cId="0" sldId="265"/>
            <ac:spMk id="8" creationId="{1B15ED52-F352-441B-82BF-E0EA34836D08}"/>
          </ac:spMkLst>
        </pc:spChg>
        <pc:spChg chg="add">
          <ac:chgData name="Medialdea, Charlie A." userId="9e35d8cb-5b11-4465-aeb1-7a0bc5f78818" providerId="ADAL" clId="{893FDF8C-15D1-4523-ADBA-3D9781E480F1}" dt="2025-04-13T21:06:25.345" v="2579" actId="26606"/>
          <ac:spMkLst>
            <pc:docMk/>
            <pc:sldMk cId="0" sldId="265"/>
            <ac:spMk id="10" creationId="{3B2E3793-BFE6-45A2-9B7B-E18844431C99}"/>
          </ac:spMkLst>
        </pc:spChg>
        <pc:spChg chg="add">
          <ac:chgData name="Medialdea, Charlie A." userId="9e35d8cb-5b11-4465-aeb1-7a0bc5f78818" providerId="ADAL" clId="{893FDF8C-15D1-4523-ADBA-3D9781E480F1}" dt="2025-04-13T21:06:25.345" v="2579" actId="26606"/>
          <ac:spMkLst>
            <pc:docMk/>
            <pc:sldMk cId="0" sldId="265"/>
            <ac:spMk id="12" creationId="{BC4C4868-CB8F-4AF9-9CDB-8108F2C19B67}"/>
          </ac:spMkLst>
        </pc:spChg>
        <pc:spChg chg="add">
          <ac:chgData name="Medialdea, Charlie A." userId="9e35d8cb-5b11-4465-aeb1-7a0bc5f78818" providerId="ADAL" clId="{893FDF8C-15D1-4523-ADBA-3D9781E480F1}" dt="2025-04-13T21:06:25.345" v="2579" actId="26606"/>
          <ac:spMkLst>
            <pc:docMk/>
            <pc:sldMk cId="0" sldId="265"/>
            <ac:spMk id="14" creationId="{375E0459-6403-40CD-989D-56A4407CA12E}"/>
          </ac:spMkLst>
        </pc:spChg>
        <pc:spChg chg="add">
          <ac:chgData name="Medialdea, Charlie A." userId="9e35d8cb-5b11-4465-aeb1-7a0bc5f78818" providerId="ADAL" clId="{893FDF8C-15D1-4523-ADBA-3D9781E480F1}" dt="2025-04-13T21:06:25.345" v="2579" actId="26606"/>
          <ac:spMkLst>
            <pc:docMk/>
            <pc:sldMk cId="0" sldId="265"/>
            <ac:spMk id="16" creationId="{53E5B1A8-3AC9-4BD1-9BBC-78CA94F2D1BA}"/>
          </ac:spMkLst>
        </pc:spChg>
      </pc:sldChg>
      <pc:sldChg chg="addSp delSp modSp new mod">
        <pc:chgData name="Medialdea, Charlie A." userId="9e35d8cb-5b11-4465-aeb1-7a0bc5f78818" providerId="ADAL" clId="{893FDF8C-15D1-4523-ADBA-3D9781E480F1}" dt="2025-04-13T20:29:12.256" v="2433"/>
        <pc:sldMkLst>
          <pc:docMk/>
          <pc:sldMk cId="1053450229" sldId="266"/>
        </pc:sldMkLst>
        <pc:spChg chg="mod">
          <ac:chgData name="Medialdea, Charlie A." userId="9e35d8cb-5b11-4465-aeb1-7a0bc5f78818" providerId="ADAL" clId="{893FDF8C-15D1-4523-ADBA-3D9781E480F1}" dt="2025-04-13T20:29:12.256" v="2433"/>
          <ac:spMkLst>
            <pc:docMk/>
            <pc:sldMk cId="1053450229" sldId="266"/>
            <ac:spMk id="2" creationId="{64C3EAFF-DEAF-B73B-0BC6-E97C2E224E86}"/>
          </ac:spMkLst>
        </pc:spChg>
        <pc:spChg chg="del mod">
          <ac:chgData name="Medialdea, Charlie A." userId="9e35d8cb-5b11-4465-aeb1-7a0bc5f78818" providerId="ADAL" clId="{893FDF8C-15D1-4523-ADBA-3D9781E480F1}" dt="2025-04-13T19:23:12.126" v="1617" actId="26606"/>
          <ac:spMkLst>
            <pc:docMk/>
            <pc:sldMk cId="1053450229" sldId="266"/>
            <ac:spMk id="3" creationId="{50C961C9-FC83-B4A6-37EE-E59B6787FF6D}"/>
          </ac:spMkLst>
        </pc:spChg>
        <pc:spChg chg="add del mod">
          <ac:chgData name="Medialdea, Charlie A." userId="9e35d8cb-5b11-4465-aeb1-7a0bc5f78818" providerId="ADAL" clId="{893FDF8C-15D1-4523-ADBA-3D9781E480F1}" dt="2025-04-13T19:22:43.129" v="1616"/>
          <ac:spMkLst>
            <pc:docMk/>
            <pc:sldMk cId="1053450229" sldId="266"/>
            <ac:spMk id="4" creationId="{9C28BA03-8259-903D-1864-29BEDDA1D67F}"/>
          </ac:spMkLst>
        </pc:spChg>
        <pc:graphicFrameChg chg="add mod">
          <ac:chgData name="Medialdea, Charlie A." userId="9e35d8cb-5b11-4465-aeb1-7a0bc5f78818" providerId="ADAL" clId="{893FDF8C-15D1-4523-ADBA-3D9781E480F1}" dt="2025-04-13T19:24:21.774" v="1628" actId="1035"/>
          <ac:graphicFrameMkLst>
            <pc:docMk/>
            <pc:sldMk cId="1053450229" sldId="266"/>
            <ac:graphicFrameMk id="5" creationId="{FA90D89B-0CE1-3D59-A62D-4A063403A066}"/>
          </ac:graphicFrameMkLst>
        </pc:graphicFrameChg>
      </pc:sldChg>
      <pc:sldChg chg="addSp delSp modSp add mod setBg delDesignElem">
        <pc:chgData name="Medialdea, Charlie A." userId="9e35d8cb-5b11-4465-aeb1-7a0bc5f78818" providerId="ADAL" clId="{893FDF8C-15D1-4523-ADBA-3D9781E480F1}" dt="2025-04-13T20:29:12.256" v="2433"/>
        <pc:sldMkLst>
          <pc:docMk/>
          <pc:sldMk cId="0" sldId="267"/>
        </pc:sldMkLst>
        <pc:spChg chg="mod">
          <ac:chgData name="Medialdea, Charlie A." userId="9e35d8cb-5b11-4465-aeb1-7a0bc5f78818" providerId="ADAL" clId="{893FDF8C-15D1-4523-ADBA-3D9781E480F1}" dt="2025-04-13T19:42:21.052" v="1639" actId="26606"/>
          <ac:spMkLst>
            <pc:docMk/>
            <pc:sldMk cId="0" sldId="267"/>
            <ac:spMk id="2" creationId="{00000000-0000-0000-0000-000000000000}"/>
          </ac:spMkLst>
        </pc:spChg>
        <pc:spChg chg="del">
          <ac:chgData name="Medialdea, Charlie A." userId="9e35d8cb-5b11-4465-aeb1-7a0bc5f78818" providerId="ADAL" clId="{893FDF8C-15D1-4523-ADBA-3D9781E480F1}" dt="2025-04-13T19:41:34.965" v="1633"/>
          <ac:spMkLst>
            <pc:docMk/>
            <pc:sldMk cId="0" sldId="267"/>
            <ac:spMk id="26" creationId="{BACC6370-2D7E-4714-9D71-7542949D7D5D}"/>
          </ac:spMkLst>
        </pc:spChg>
        <pc:spChg chg="add del">
          <ac:chgData name="Medialdea, Charlie A." userId="9e35d8cb-5b11-4465-aeb1-7a0bc5f78818" providerId="ADAL" clId="{893FDF8C-15D1-4523-ADBA-3D9781E480F1}" dt="2025-04-13T20:29:12.256" v="2433"/>
          <ac:spMkLst>
            <pc:docMk/>
            <pc:sldMk cId="0" sldId="267"/>
            <ac:spMk id="27" creationId="{BACC6370-2D7E-4714-9D71-7542949D7D5D}"/>
          </ac:spMkLst>
        </pc:spChg>
        <pc:spChg chg="del">
          <ac:chgData name="Medialdea, Charlie A." userId="9e35d8cb-5b11-4465-aeb1-7a0bc5f78818" providerId="ADAL" clId="{893FDF8C-15D1-4523-ADBA-3D9781E480F1}" dt="2025-04-13T19:41:34.965" v="1633"/>
          <ac:spMkLst>
            <pc:docMk/>
            <pc:sldMk cId="0" sldId="267"/>
            <ac:spMk id="28" creationId="{F68B3F68-107C-434F-AA38-110D5EA91B85}"/>
          </ac:spMkLst>
        </pc:spChg>
        <pc:spChg chg="add del">
          <ac:chgData name="Medialdea, Charlie A." userId="9e35d8cb-5b11-4465-aeb1-7a0bc5f78818" providerId="ADAL" clId="{893FDF8C-15D1-4523-ADBA-3D9781E480F1}" dt="2025-04-13T20:29:12.256" v="2433"/>
          <ac:spMkLst>
            <pc:docMk/>
            <pc:sldMk cId="0" sldId="267"/>
            <ac:spMk id="29" creationId="{F68B3F68-107C-434F-AA38-110D5EA91B85}"/>
          </ac:spMkLst>
        </pc:spChg>
        <pc:spChg chg="del">
          <ac:chgData name="Medialdea, Charlie A." userId="9e35d8cb-5b11-4465-aeb1-7a0bc5f78818" providerId="ADAL" clId="{893FDF8C-15D1-4523-ADBA-3D9781E480F1}" dt="2025-04-13T19:41:34.965" v="1633"/>
          <ac:spMkLst>
            <pc:docMk/>
            <pc:sldMk cId="0" sldId="267"/>
            <ac:spMk id="30" creationId="{AAD0DBB9-1A4B-4391-81D4-CB19F9AB918A}"/>
          </ac:spMkLst>
        </pc:spChg>
        <pc:spChg chg="del">
          <ac:chgData name="Medialdea, Charlie A." userId="9e35d8cb-5b11-4465-aeb1-7a0bc5f78818" providerId="ADAL" clId="{893FDF8C-15D1-4523-ADBA-3D9781E480F1}" dt="2025-04-13T19:41:34.965" v="1633"/>
          <ac:spMkLst>
            <pc:docMk/>
            <pc:sldMk cId="0" sldId="267"/>
            <ac:spMk id="32" creationId="{063BBA22-50EA-4C4D-BE05-F1CE4E63AA56}"/>
          </ac:spMkLst>
        </pc:spChg>
        <pc:spChg chg="add del">
          <ac:chgData name="Medialdea, Charlie A." userId="9e35d8cb-5b11-4465-aeb1-7a0bc5f78818" providerId="ADAL" clId="{893FDF8C-15D1-4523-ADBA-3D9781E480F1}" dt="2025-04-13T20:29:12.256" v="2433"/>
          <ac:spMkLst>
            <pc:docMk/>
            <pc:sldMk cId="0" sldId="267"/>
            <ac:spMk id="34" creationId="{AAD0DBB9-1A4B-4391-81D4-CB19F9AB918A}"/>
          </ac:spMkLst>
        </pc:spChg>
        <pc:spChg chg="add del">
          <ac:chgData name="Medialdea, Charlie A." userId="9e35d8cb-5b11-4465-aeb1-7a0bc5f78818" providerId="ADAL" clId="{893FDF8C-15D1-4523-ADBA-3D9781E480F1}" dt="2025-04-13T20:29:12.256" v="2433"/>
          <ac:spMkLst>
            <pc:docMk/>
            <pc:sldMk cId="0" sldId="267"/>
            <ac:spMk id="36" creationId="{063BBA22-50EA-4C4D-BE05-F1CE4E63AA56}"/>
          </ac:spMkLst>
        </pc:spChg>
        <pc:graphicFrameChg chg="mod modGraphic">
          <ac:chgData name="Medialdea, Charlie A." userId="9e35d8cb-5b11-4465-aeb1-7a0bc5f78818" providerId="ADAL" clId="{893FDF8C-15D1-4523-ADBA-3D9781E480F1}" dt="2025-04-13T19:47:40.012" v="1642" actId="1076"/>
          <ac:graphicFrameMkLst>
            <pc:docMk/>
            <pc:sldMk cId="0" sldId="267"/>
            <ac:graphicFrameMk id="25" creationId="{8B066345-544A-AB28-568F-9BAB6EAB1EA5}"/>
          </ac:graphicFrameMkLst>
        </pc:graphicFrameChg>
      </pc:sldChg>
      <pc:sldChg chg="addSp delSp modSp add del mod setBg delDesignElem">
        <pc:chgData name="Medialdea, Charlie A." userId="9e35d8cb-5b11-4465-aeb1-7a0bc5f78818" providerId="ADAL" clId="{893FDF8C-15D1-4523-ADBA-3D9781E480F1}" dt="2025-04-13T20:29:12.256" v="2433"/>
        <pc:sldMkLst>
          <pc:docMk/>
          <pc:sldMk cId="0" sldId="268"/>
        </pc:sldMkLst>
        <pc:spChg chg="mod">
          <ac:chgData name="Medialdea, Charlie A." userId="9e35d8cb-5b11-4465-aeb1-7a0bc5f78818" providerId="ADAL" clId="{893FDF8C-15D1-4523-ADBA-3D9781E480F1}" dt="2025-04-13T20:06:55.193" v="1857" actId="26606"/>
          <ac:spMkLst>
            <pc:docMk/>
            <pc:sldMk cId="0" sldId="268"/>
            <ac:spMk id="2" creationId="{00000000-0000-0000-0000-000000000000}"/>
          </ac:spMkLst>
        </pc:spChg>
        <pc:spChg chg="mod">
          <ac:chgData name="Medialdea, Charlie A." userId="9e35d8cb-5b11-4465-aeb1-7a0bc5f78818" providerId="ADAL" clId="{893FDF8C-15D1-4523-ADBA-3D9781E480F1}" dt="2025-04-13T20:29:12.256" v="2433"/>
          <ac:spMkLst>
            <pc:docMk/>
            <pc:sldMk cId="0" sldId="268"/>
            <ac:spMk id="3" creationId="{00000000-0000-0000-0000-000000000000}"/>
          </ac:spMkLst>
        </pc:spChg>
        <pc:spChg chg="add del">
          <ac:chgData name="Medialdea, Charlie A." userId="9e35d8cb-5b11-4465-aeb1-7a0bc5f78818" providerId="ADAL" clId="{893FDF8C-15D1-4523-ADBA-3D9781E480F1}" dt="2025-04-13T20:29:12.256" v="2433"/>
          <ac:spMkLst>
            <pc:docMk/>
            <pc:sldMk cId="0" sldId="268"/>
            <ac:spMk id="8" creationId="{09588DA8-065E-4F6F-8EFD-43104AB2E0CF}"/>
          </ac:spMkLst>
        </pc:spChg>
        <pc:spChg chg="add del">
          <ac:chgData name="Medialdea, Charlie A." userId="9e35d8cb-5b11-4465-aeb1-7a0bc5f78818" providerId="ADAL" clId="{893FDF8C-15D1-4523-ADBA-3D9781E480F1}" dt="2025-04-13T20:29:12.256" v="2433"/>
          <ac:spMkLst>
            <pc:docMk/>
            <pc:sldMk cId="0" sldId="268"/>
            <ac:spMk id="10" creationId="{C4285719-470E-454C-AF62-8323075F1F5B}"/>
          </ac:spMkLst>
        </pc:spChg>
        <pc:spChg chg="add del">
          <ac:chgData name="Medialdea, Charlie A." userId="9e35d8cb-5b11-4465-aeb1-7a0bc5f78818" providerId="ADAL" clId="{893FDF8C-15D1-4523-ADBA-3D9781E480F1}" dt="2025-04-13T20:29:12.256" v="2433"/>
          <ac:spMkLst>
            <pc:docMk/>
            <pc:sldMk cId="0" sldId="268"/>
            <ac:spMk id="12" creationId="{CD9FE4EF-C4D8-49A0-B2FF-81D8DB7D8A24}"/>
          </ac:spMkLst>
        </pc:spChg>
        <pc:spChg chg="add del">
          <ac:chgData name="Medialdea, Charlie A." userId="9e35d8cb-5b11-4465-aeb1-7a0bc5f78818" providerId="ADAL" clId="{893FDF8C-15D1-4523-ADBA-3D9781E480F1}" dt="2025-04-13T20:29:12.256" v="2433"/>
          <ac:spMkLst>
            <pc:docMk/>
            <pc:sldMk cId="0" sldId="268"/>
            <ac:spMk id="14" creationId="{4300840D-0A0B-4512-BACA-B439D5B9C57C}"/>
          </ac:spMkLst>
        </pc:spChg>
        <pc:spChg chg="add del">
          <ac:chgData name="Medialdea, Charlie A." userId="9e35d8cb-5b11-4465-aeb1-7a0bc5f78818" providerId="ADAL" clId="{893FDF8C-15D1-4523-ADBA-3D9781E480F1}" dt="2025-04-13T20:29:12.256" v="2433"/>
          <ac:spMkLst>
            <pc:docMk/>
            <pc:sldMk cId="0" sldId="268"/>
            <ac:spMk id="16" creationId="{D2B78728-A580-49A7-84F9-6EF6F583ADE0}"/>
          </ac:spMkLst>
        </pc:spChg>
        <pc:spChg chg="add del">
          <ac:chgData name="Medialdea, Charlie A." userId="9e35d8cb-5b11-4465-aeb1-7a0bc5f78818" providerId="ADAL" clId="{893FDF8C-15D1-4523-ADBA-3D9781E480F1}" dt="2025-04-13T20:29:12.256" v="2433"/>
          <ac:spMkLst>
            <pc:docMk/>
            <pc:sldMk cId="0" sldId="268"/>
            <ac:spMk id="18" creationId="{38FAA1A1-D861-433F-88FA-1E9D6FD31D11}"/>
          </ac:spMkLst>
        </pc:spChg>
        <pc:spChg chg="add del">
          <ac:chgData name="Medialdea, Charlie A." userId="9e35d8cb-5b11-4465-aeb1-7a0bc5f78818" providerId="ADAL" clId="{893FDF8C-15D1-4523-ADBA-3D9781E480F1}" dt="2025-04-13T20:29:12.256" v="2433"/>
          <ac:spMkLst>
            <pc:docMk/>
            <pc:sldMk cId="0" sldId="268"/>
            <ac:spMk id="20" creationId="{8D71EDA1-87BF-4D5D-AB79-F346FD19278A}"/>
          </ac:spMkLst>
        </pc:spChg>
        <pc:spChg chg="add del">
          <ac:chgData name="Medialdea, Charlie A." userId="9e35d8cb-5b11-4465-aeb1-7a0bc5f78818" providerId="ADAL" clId="{893FDF8C-15D1-4523-ADBA-3D9781E480F1}" dt="2025-04-13T19:41:59.948" v="1636"/>
          <ac:spMkLst>
            <pc:docMk/>
            <pc:sldMk cId="0" sldId="268"/>
            <ac:spMk id="26" creationId="{BACC6370-2D7E-4714-9D71-7542949D7D5D}"/>
          </ac:spMkLst>
        </pc:spChg>
        <pc:spChg chg="add del">
          <ac:chgData name="Medialdea, Charlie A." userId="9e35d8cb-5b11-4465-aeb1-7a0bc5f78818" providerId="ADAL" clId="{893FDF8C-15D1-4523-ADBA-3D9781E480F1}" dt="2025-04-13T19:41:59.948" v="1636"/>
          <ac:spMkLst>
            <pc:docMk/>
            <pc:sldMk cId="0" sldId="268"/>
            <ac:spMk id="28" creationId="{F68B3F68-107C-434F-AA38-110D5EA91B85}"/>
          </ac:spMkLst>
        </pc:spChg>
        <pc:spChg chg="add del">
          <ac:chgData name="Medialdea, Charlie A." userId="9e35d8cb-5b11-4465-aeb1-7a0bc5f78818" providerId="ADAL" clId="{893FDF8C-15D1-4523-ADBA-3D9781E480F1}" dt="2025-04-13T19:41:59.948" v="1636"/>
          <ac:spMkLst>
            <pc:docMk/>
            <pc:sldMk cId="0" sldId="268"/>
            <ac:spMk id="30" creationId="{AAD0DBB9-1A4B-4391-81D4-CB19F9AB918A}"/>
          </ac:spMkLst>
        </pc:spChg>
        <pc:spChg chg="add del">
          <ac:chgData name="Medialdea, Charlie A." userId="9e35d8cb-5b11-4465-aeb1-7a0bc5f78818" providerId="ADAL" clId="{893FDF8C-15D1-4523-ADBA-3D9781E480F1}" dt="2025-04-13T19:41:59.948" v="1636"/>
          <ac:spMkLst>
            <pc:docMk/>
            <pc:sldMk cId="0" sldId="268"/>
            <ac:spMk id="32" creationId="{063BBA22-50EA-4C4D-BE05-F1CE4E63AA56}"/>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9701E1-72DC-4F66-AA10-D3C7F3C2599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BB9748C-4495-4D22-B587-B3A0F423AF4A}">
      <dgm:prSet/>
      <dgm:spPr/>
      <dgm:t>
        <a:bodyPr/>
        <a:lstStyle/>
        <a:p>
          <a:pPr>
            <a:lnSpc>
              <a:spcPct val="100000"/>
            </a:lnSpc>
          </a:pPr>
          <a:r>
            <a:rPr lang="en-US" dirty="0"/>
            <a:t>Centralizes all pet data — including profiles, reminders, and favorites — in one easy-to-manage dashboard. </a:t>
          </a:r>
        </a:p>
      </dgm:t>
    </dgm:pt>
    <dgm:pt modelId="{50AF0C62-BBDE-4C58-92BE-6DA6E7E0EDE3}" type="parTrans" cxnId="{7C074B9A-42DB-4BC3-91EB-B7D721A9B8A9}">
      <dgm:prSet/>
      <dgm:spPr/>
      <dgm:t>
        <a:bodyPr/>
        <a:lstStyle/>
        <a:p>
          <a:endParaRPr lang="en-US"/>
        </a:p>
      </dgm:t>
    </dgm:pt>
    <dgm:pt modelId="{90E9A0D2-AF47-453A-985E-A2DAF721A891}" type="sibTrans" cxnId="{7C074B9A-42DB-4BC3-91EB-B7D721A9B8A9}">
      <dgm:prSet/>
      <dgm:spPr/>
      <dgm:t>
        <a:bodyPr/>
        <a:lstStyle/>
        <a:p>
          <a:pPr>
            <a:lnSpc>
              <a:spcPct val="100000"/>
            </a:lnSpc>
          </a:pPr>
          <a:endParaRPr lang="en-US"/>
        </a:p>
      </dgm:t>
    </dgm:pt>
    <dgm:pt modelId="{300B094E-498C-45EB-9B40-888C3FBC5082}">
      <dgm:prSet/>
      <dgm:spPr/>
      <dgm:t>
        <a:bodyPr/>
        <a:lstStyle/>
        <a:p>
          <a:pPr>
            <a:lnSpc>
              <a:spcPct val="100000"/>
            </a:lnSpc>
          </a:pPr>
          <a:r>
            <a:rPr lang="en-US"/>
            <a:t>Keeps pet owners on track with important care routines like grooming and vaccinations.</a:t>
          </a:r>
        </a:p>
      </dgm:t>
    </dgm:pt>
    <dgm:pt modelId="{77168B24-28FF-41FB-AC3B-4D7B5D67836A}" type="parTrans" cxnId="{DF02EDD5-A3C4-4611-B698-2837C5666D4C}">
      <dgm:prSet/>
      <dgm:spPr/>
      <dgm:t>
        <a:bodyPr/>
        <a:lstStyle/>
        <a:p>
          <a:endParaRPr lang="en-US"/>
        </a:p>
      </dgm:t>
    </dgm:pt>
    <dgm:pt modelId="{FA87F452-1E7A-4258-BB62-6A818396438D}" type="sibTrans" cxnId="{DF02EDD5-A3C4-4611-B698-2837C5666D4C}">
      <dgm:prSet/>
      <dgm:spPr/>
      <dgm:t>
        <a:bodyPr/>
        <a:lstStyle/>
        <a:p>
          <a:pPr>
            <a:lnSpc>
              <a:spcPct val="100000"/>
            </a:lnSpc>
          </a:pPr>
          <a:endParaRPr lang="en-US"/>
        </a:p>
      </dgm:t>
    </dgm:pt>
    <dgm:pt modelId="{85AA04AE-A571-427A-AFF4-E5959F271941}">
      <dgm:prSet/>
      <dgm:spPr/>
      <dgm:t>
        <a:bodyPr/>
        <a:lstStyle/>
        <a:p>
          <a:pPr>
            <a:lnSpc>
              <a:spcPct val="100000"/>
            </a:lnSpc>
          </a:pPr>
          <a:r>
            <a:rPr lang="en-US"/>
            <a:t>Minimizes the risk of missed schedules by sending timely, automated reminders.</a:t>
          </a:r>
        </a:p>
      </dgm:t>
    </dgm:pt>
    <dgm:pt modelId="{26F0337A-BAFE-4912-80B6-171DAC7EBBE8}" type="parTrans" cxnId="{EFEE09A4-C2E3-4DA4-AB84-D0BE55143710}">
      <dgm:prSet/>
      <dgm:spPr/>
      <dgm:t>
        <a:bodyPr/>
        <a:lstStyle/>
        <a:p>
          <a:endParaRPr lang="en-US"/>
        </a:p>
      </dgm:t>
    </dgm:pt>
    <dgm:pt modelId="{3EC919F4-1183-4091-808D-96BE92186604}" type="sibTrans" cxnId="{EFEE09A4-C2E3-4DA4-AB84-D0BE55143710}">
      <dgm:prSet/>
      <dgm:spPr/>
      <dgm:t>
        <a:bodyPr/>
        <a:lstStyle/>
        <a:p>
          <a:pPr>
            <a:lnSpc>
              <a:spcPct val="100000"/>
            </a:lnSpc>
          </a:pPr>
          <a:endParaRPr lang="en-US"/>
        </a:p>
      </dgm:t>
    </dgm:pt>
    <dgm:pt modelId="{1B8D2203-40A5-4237-9F9C-3227AF127819}">
      <dgm:prSet/>
      <dgm:spPr/>
      <dgm:t>
        <a:bodyPr/>
        <a:lstStyle/>
        <a:p>
          <a:pPr>
            <a:lnSpc>
              <a:spcPct val="100000"/>
            </a:lnSpc>
          </a:pPr>
          <a:r>
            <a:rPr lang="en-US"/>
            <a:t>Simplifies the search for nearby pet-friendly services through location-aware chatbot support.</a:t>
          </a:r>
        </a:p>
      </dgm:t>
    </dgm:pt>
    <dgm:pt modelId="{1263E956-9542-4132-9CDC-D8ED8E67C077}" type="parTrans" cxnId="{87590365-5924-40AC-A616-7E0F8951431C}">
      <dgm:prSet/>
      <dgm:spPr/>
      <dgm:t>
        <a:bodyPr/>
        <a:lstStyle/>
        <a:p>
          <a:endParaRPr lang="en-US"/>
        </a:p>
      </dgm:t>
    </dgm:pt>
    <dgm:pt modelId="{CE8FB297-E67F-42DD-B56B-541BB59DA2E0}" type="sibTrans" cxnId="{87590365-5924-40AC-A616-7E0F8951431C}">
      <dgm:prSet/>
      <dgm:spPr/>
      <dgm:t>
        <a:bodyPr/>
        <a:lstStyle/>
        <a:p>
          <a:endParaRPr lang="en-US"/>
        </a:p>
      </dgm:t>
    </dgm:pt>
    <dgm:pt modelId="{D89ADEEE-B7FB-4DA2-BAF4-047502793067}" type="pres">
      <dgm:prSet presAssocID="{5B9701E1-72DC-4F66-AA10-D3C7F3C25992}" presName="root" presStyleCnt="0">
        <dgm:presLayoutVars>
          <dgm:dir/>
          <dgm:resizeHandles val="exact"/>
        </dgm:presLayoutVars>
      </dgm:prSet>
      <dgm:spPr/>
    </dgm:pt>
    <dgm:pt modelId="{2295C284-6C73-4F47-9E55-D9D1C41A631A}" type="pres">
      <dgm:prSet presAssocID="{5B9701E1-72DC-4F66-AA10-D3C7F3C25992}" presName="container" presStyleCnt="0">
        <dgm:presLayoutVars>
          <dgm:dir/>
          <dgm:resizeHandles val="exact"/>
        </dgm:presLayoutVars>
      </dgm:prSet>
      <dgm:spPr/>
    </dgm:pt>
    <dgm:pt modelId="{46DD8E6B-F319-4273-91FB-224BCD3E502F}" type="pres">
      <dgm:prSet presAssocID="{ABB9748C-4495-4D22-B587-B3A0F423AF4A}" presName="compNode" presStyleCnt="0"/>
      <dgm:spPr/>
    </dgm:pt>
    <dgm:pt modelId="{A817CE16-97AA-4C0A-A9E1-9953370C3678}" type="pres">
      <dgm:prSet presAssocID="{ABB9748C-4495-4D22-B587-B3A0F423AF4A}" presName="iconBgRect" presStyleLbl="bgShp" presStyleIdx="0" presStyleCnt="4"/>
      <dgm:spPr/>
    </dgm:pt>
    <dgm:pt modelId="{EB7A5408-B772-4DF8-A1F6-D294A242326F}" type="pres">
      <dgm:prSet presAssocID="{ABB9748C-4495-4D22-B587-B3A0F423AF4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ell"/>
        </a:ext>
      </dgm:extLst>
    </dgm:pt>
    <dgm:pt modelId="{46BAE64D-26DD-4F9B-B442-0CB03DC149A6}" type="pres">
      <dgm:prSet presAssocID="{ABB9748C-4495-4D22-B587-B3A0F423AF4A}" presName="spaceRect" presStyleCnt="0"/>
      <dgm:spPr/>
    </dgm:pt>
    <dgm:pt modelId="{E85238C6-4347-44AF-821A-B7F981A18D28}" type="pres">
      <dgm:prSet presAssocID="{ABB9748C-4495-4D22-B587-B3A0F423AF4A}" presName="textRect" presStyleLbl="revTx" presStyleIdx="0" presStyleCnt="4">
        <dgm:presLayoutVars>
          <dgm:chMax val="1"/>
          <dgm:chPref val="1"/>
        </dgm:presLayoutVars>
      </dgm:prSet>
      <dgm:spPr/>
    </dgm:pt>
    <dgm:pt modelId="{9F172348-A0BE-412C-908C-DAC139DACB02}" type="pres">
      <dgm:prSet presAssocID="{90E9A0D2-AF47-453A-985E-A2DAF721A891}" presName="sibTrans" presStyleLbl="sibTrans2D1" presStyleIdx="0" presStyleCnt="0"/>
      <dgm:spPr/>
    </dgm:pt>
    <dgm:pt modelId="{921F63F9-7308-4140-919D-222B74FACADC}" type="pres">
      <dgm:prSet presAssocID="{300B094E-498C-45EB-9B40-888C3FBC5082}" presName="compNode" presStyleCnt="0"/>
      <dgm:spPr/>
    </dgm:pt>
    <dgm:pt modelId="{24502D8C-DD40-47A2-9755-7E4B6C943676}" type="pres">
      <dgm:prSet presAssocID="{300B094E-498C-45EB-9B40-888C3FBC5082}" presName="iconBgRect" presStyleLbl="bgShp" presStyleIdx="1" presStyleCnt="4"/>
      <dgm:spPr/>
    </dgm:pt>
    <dgm:pt modelId="{A738E601-A5BD-4DE8-8D2E-9863A85A7E7A}" type="pres">
      <dgm:prSet presAssocID="{300B094E-498C-45EB-9B40-888C3FBC508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g"/>
        </a:ext>
      </dgm:extLst>
    </dgm:pt>
    <dgm:pt modelId="{D2A36B59-849F-49E6-80E9-B2975BE7904D}" type="pres">
      <dgm:prSet presAssocID="{300B094E-498C-45EB-9B40-888C3FBC5082}" presName="spaceRect" presStyleCnt="0"/>
      <dgm:spPr/>
    </dgm:pt>
    <dgm:pt modelId="{24C744EB-2DCD-4D6A-BF12-CBBDFBC1CCB2}" type="pres">
      <dgm:prSet presAssocID="{300B094E-498C-45EB-9B40-888C3FBC5082}" presName="textRect" presStyleLbl="revTx" presStyleIdx="1" presStyleCnt="4">
        <dgm:presLayoutVars>
          <dgm:chMax val="1"/>
          <dgm:chPref val="1"/>
        </dgm:presLayoutVars>
      </dgm:prSet>
      <dgm:spPr/>
    </dgm:pt>
    <dgm:pt modelId="{AA4E19AA-1586-47FB-A9BF-D446C6D8CB5D}" type="pres">
      <dgm:prSet presAssocID="{FA87F452-1E7A-4258-BB62-6A818396438D}" presName="sibTrans" presStyleLbl="sibTrans2D1" presStyleIdx="0" presStyleCnt="0"/>
      <dgm:spPr/>
    </dgm:pt>
    <dgm:pt modelId="{A4F386F9-5FF7-4EB5-A691-2941186D1169}" type="pres">
      <dgm:prSet presAssocID="{85AA04AE-A571-427A-AFF4-E5959F271941}" presName="compNode" presStyleCnt="0"/>
      <dgm:spPr/>
    </dgm:pt>
    <dgm:pt modelId="{CB3BFFA3-8812-4D0B-94D8-3E8215AD24B2}" type="pres">
      <dgm:prSet presAssocID="{85AA04AE-A571-427A-AFF4-E5959F271941}" presName="iconBgRect" presStyleLbl="bgShp" presStyleIdx="2" presStyleCnt="4"/>
      <dgm:spPr/>
    </dgm:pt>
    <dgm:pt modelId="{77CB13C8-C317-4CEA-9CE0-BB28D308F447}" type="pres">
      <dgm:prSet presAssocID="{85AA04AE-A571-427A-AFF4-E5959F27194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2B767FCF-7CF7-47EB-9792-6C61123C5D7D}" type="pres">
      <dgm:prSet presAssocID="{85AA04AE-A571-427A-AFF4-E5959F271941}" presName="spaceRect" presStyleCnt="0"/>
      <dgm:spPr/>
    </dgm:pt>
    <dgm:pt modelId="{4562CABE-03CF-4E43-AAD5-C3BAC059AD81}" type="pres">
      <dgm:prSet presAssocID="{85AA04AE-A571-427A-AFF4-E5959F271941}" presName="textRect" presStyleLbl="revTx" presStyleIdx="2" presStyleCnt="4">
        <dgm:presLayoutVars>
          <dgm:chMax val="1"/>
          <dgm:chPref val="1"/>
        </dgm:presLayoutVars>
      </dgm:prSet>
      <dgm:spPr/>
    </dgm:pt>
    <dgm:pt modelId="{27EC699D-CA3A-4D7B-B7B0-61CBB24ED169}" type="pres">
      <dgm:prSet presAssocID="{3EC919F4-1183-4091-808D-96BE92186604}" presName="sibTrans" presStyleLbl="sibTrans2D1" presStyleIdx="0" presStyleCnt="0"/>
      <dgm:spPr/>
    </dgm:pt>
    <dgm:pt modelId="{43333F64-01A8-4DC5-9508-155186C63B0B}" type="pres">
      <dgm:prSet presAssocID="{1B8D2203-40A5-4237-9F9C-3227AF127819}" presName="compNode" presStyleCnt="0"/>
      <dgm:spPr/>
    </dgm:pt>
    <dgm:pt modelId="{6289AC02-1DAB-4F20-A562-E66FCBC08CAE}" type="pres">
      <dgm:prSet presAssocID="{1B8D2203-40A5-4237-9F9C-3227AF127819}" presName="iconBgRect" presStyleLbl="bgShp" presStyleIdx="3" presStyleCnt="4"/>
      <dgm:spPr/>
    </dgm:pt>
    <dgm:pt modelId="{AEDD458E-1586-4AAE-A082-4F84824D647E}" type="pres">
      <dgm:prSet presAssocID="{1B8D2203-40A5-4237-9F9C-3227AF12781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aw Prints"/>
        </a:ext>
      </dgm:extLst>
    </dgm:pt>
    <dgm:pt modelId="{FA59BB58-9D37-4E43-8ADA-FA3D29CA9770}" type="pres">
      <dgm:prSet presAssocID="{1B8D2203-40A5-4237-9F9C-3227AF127819}" presName="spaceRect" presStyleCnt="0"/>
      <dgm:spPr/>
    </dgm:pt>
    <dgm:pt modelId="{9FF93F21-53B4-4265-83F8-24C57FA03A2B}" type="pres">
      <dgm:prSet presAssocID="{1B8D2203-40A5-4237-9F9C-3227AF127819}" presName="textRect" presStyleLbl="revTx" presStyleIdx="3" presStyleCnt="4">
        <dgm:presLayoutVars>
          <dgm:chMax val="1"/>
          <dgm:chPref val="1"/>
        </dgm:presLayoutVars>
      </dgm:prSet>
      <dgm:spPr/>
    </dgm:pt>
  </dgm:ptLst>
  <dgm:cxnLst>
    <dgm:cxn modelId="{BE3FF50C-87AF-4E9E-9120-AE5EB3DF7B0D}" type="presOf" srcId="{85AA04AE-A571-427A-AFF4-E5959F271941}" destId="{4562CABE-03CF-4E43-AAD5-C3BAC059AD81}" srcOrd="0" destOrd="0" presId="urn:microsoft.com/office/officeart/2018/2/layout/IconCircleList"/>
    <dgm:cxn modelId="{8A82052F-9CFF-4C6C-A2BD-82A8AD6B9482}" type="presOf" srcId="{FA87F452-1E7A-4258-BB62-6A818396438D}" destId="{AA4E19AA-1586-47FB-A9BF-D446C6D8CB5D}" srcOrd="0" destOrd="0" presId="urn:microsoft.com/office/officeart/2018/2/layout/IconCircleList"/>
    <dgm:cxn modelId="{87590365-5924-40AC-A616-7E0F8951431C}" srcId="{5B9701E1-72DC-4F66-AA10-D3C7F3C25992}" destId="{1B8D2203-40A5-4237-9F9C-3227AF127819}" srcOrd="3" destOrd="0" parTransId="{1263E956-9542-4132-9CDC-D8ED8E67C077}" sibTransId="{CE8FB297-E67F-42DD-B56B-541BB59DA2E0}"/>
    <dgm:cxn modelId="{7E70D984-FEEF-4CAC-9A97-DA4CC7437AA1}" type="presOf" srcId="{90E9A0D2-AF47-453A-985E-A2DAF721A891}" destId="{9F172348-A0BE-412C-908C-DAC139DACB02}" srcOrd="0" destOrd="0" presId="urn:microsoft.com/office/officeart/2018/2/layout/IconCircleList"/>
    <dgm:cxn modelId="{7C074B9A-42DB-4BC3-91EB-B7D721A9B8A9}" srcId="{5B9701E1-72DC-4F66-AA10-D3C7F3C25992}" destId="{ABB9748C-4495-4D22-B587-B3A0F423AF4A}" srcOrd="0" destOrd="0" parTransId="{50AF0C62-BBDE-4C58-92BE-6DA6E7E0EDE3}" sibTransId="{90E9A0D2-AF47-453A-985E-A2DAF721A891}"/>
    <dgm:cxn modelId="{EFEE09A4-C2E3-4DA4-AB84-D0BE55143710}" srcId="{5B9701E1-72DC-4F66-AA10-D3C7F3C25992}" destId="{85AA04AE-A571-427A-AFF4-E5959F271941}" srcOrd="2" destOrd="0" parTransId="{26F0337A-BAFE-4912-80B6-171DAC7EBBE8}" sibTransId="{3EC919F4-1183-4091-808D-96BE92186604}"/>
    <dgm:cxn modelId="{8CF3DDA7-CB03-4B1E-A093-545CB0BB5659}" type="presOf" srcId="{1B8D2203-40A5-4237-9F9C-3227AF127819}" destId="{9FF93F21-53B4-4265-83F8-24C57FA03A2B}" srcOrd="0" destOrd="0" presId="urn:microsoft.com/office/officeart/2018/2/layout/IconCircleList"/>
    <dgm:cxn modelId="{E244ACAA-335F-4E24-9805-59341C4E8AC0}" type="presOf" srcId="{300B094E-498C-45EB-9B40-888C3FBC5082}" destId="{24C744EB-2DCD-4D6A-BF12-CBBDFBC1CCB2}" srcOrd="0" destOrd="0" presId="urn:microsoft.com/office/officeart/2018/2/layout/IconCircleList"/>
    <dgm:cxn modelId="{BCD868B7-4086-4FA5-A55D-A551D3441FD2}" type="presOf" srcId="{ABB9748C-4495-4D22-B587-B3A0F423AF4A}" destId="{E85238C6-4347-44AF-821A-B7F981A18D28}" srcOrd="0" destOrd="0" presId="urn:microsoft.com/office/officeart/2018/2/layout/IconCircleList"/>
    <dgm:cxn modelId="{021D74CA-1F87-46BE-A2F3-C9386FA2B43C}" type="presOf" srcId="{5B9701E1-72DC-4F66-AA10-D3C7F3C25992}" destId="{D89ADEEE-B7FB-4DA2-BAF4-047502793067}" srcOrd="0" destOrd="0" presId="urn:microsoft.com/office/officeart/2018/2/layout/IconCircleList"/>
    <dgm:cxn modelId="{DF02EDD5-A3C4-4611-B698-2837C5666D4C}" srcId="{5B9701E1-72DC-4F66-AA10-D3C7F3C25992}" destId="{300B094E-498C-45EB-9B40-888C3FBC5082}" srcOrd="1" destOrd="0" parTransId="{77168B24-28FF-41FB-AC3B-4D7B5D67836A}" sibTransId="{FA87F452-1E7A-4258-BB62-6A818396438D}"/>
    <dgm:cxn modelId="{896734F0-C214-4440-810B-CCE8CA859E72}" type="presOf" srcId="{3EC919F4-1183-4091-808D-96BE92186604}" destId="{27EC699D-CA3A-4D7B-B7B0-61CBB24ED169}" srcOrd="0" destOrd="0" presId="urn:microsoft.com/office/officeart/2018/2/layout/IconCircleList"/>
    <dgm:cxn modelId="{E048BBBD-8D09-4213-9403-9E2CC4BE0962}" type="presParOf" srcId="{D89ADEEE-B7FB-4DA2-BAF4-047502793067}" destId="{2295C284-6C73-4F47-9E55-D9D1C41A631A}" srcOrd="0" destOrd="0" presId="urn:microsoft.com/office/officeart/2018/2/layout/IconCircleList"/>
    <dgm:cxn modelId="{D4A5A682-8D30-4F62-A21B-21257C6E0017}" type="presParOf" srcId="{2295C284-6C73-4F47-9E55-D9D1C41A631A}" destId="{46DD8E6B-F319-4273-91FB-224BCD3E502F}" srcOrd="0" destOrd="0" presId="urn:microsoft.com/office/officeart/2018/2/layout/IconCircleList"/>
    <dgm:cxn modelId="{B0367046-51BE-4658-9BD4-DE88CCCA6F74}" type="presParOf" srcId="{46DD8E6B-F319-4273-91FB-224BCD3E502F}" destId="{A817CE16-97AA-4C0A-A9E1-9953370C3678}" srcOrd="0" destOrd="0" presId="urn:microsoft.com/office/officeart/2018/2/layout/IconCircleList"/>
    <dgm:cxn modelId="{15EE5575-A51B-4779-8AD6-7C6EEA721105}" type="presParOf" srcId="{46DD8E6B-F319-4273-91FB-224BCD3E502F}" destId="{EB7A5408-B772-4DF8-A1F6-D294A242326F}" srcOrd="1" destOrd="0" presId="urn:microsoft.com/office/officeart/2018/2/layout/IconCircleList"/>
    <dgm:cxn modelId="{A8534E93-540C-4CB2-BE0D-54859C088299}" type="presParOf" srcId="{46DD8E6B-F319-4273-91FB-224BCD3E502F}" destId="{46BAE64D-26DD-4F9B-B442-0CB03DC149A6}" srcOrd="2" destOrd="0" presId="urn:microsoft.com/office/officeart/2018/2/layout/IconCircleList"/>
    <dgm:cxn modelId="{AC13BA03-F454-4472-8667-3617DFB40AB7}" type="presParOf" srcId="{46DD8E6B-F319-4273-91FB-224BCD3E502F}" destId="{E85238C6-4347-44AF-821A-B7F981A18D28}" srcOrd="3" destOrd="0" presId="urn:microsoft.com/office/officeart/2018/2/layout/IconCircleList"/>
    <dgm:cxn modelId="{5B3DB1C8-D3FA-4B50-BE9E-2EC4CA094FB7}" type="presParOf" srcId="{2295C284-6C73-4F47-9E55-D9D1C41A631A}" destId="{9F172348-A0BE-412C-908C-DAC139DACB02}" srcOrd="1" destOrd="0" presId="urn:microsoft.com/office/officeart/2018/2/layout/IconCircleList"/>
    <dgm:cxn modelId="{4A9C8130-515F-4D8D-8296-31C86A8828C2}" type="presParOf" srcId="{2295C284-6C73-4F47-9E55-D9D1C41A631A}" destId="{921F63F9-7308-4140-919D-222B74FACADC}" srcOrd="2" destOrd="0" presId="urn:microsoft.com/office/officeart/2018/2/layout/IconCircleList"/>
    <dgm:cxn modelId="{F7B6BB5F-E54D-4017-9C62-3DE424D964D1}" type="presParOf" srcId="{921F63F9-7308-4140-919D-222B74FACADC}" destId="{24502D8C-DD40-47A2-9755-7E4B6C943676}" srcOrd="0" destOrd="0" presId="urn:microsoft.com/office/officeart/2018/2/layout/IconCircleList"/>
    <dgm:cxn modelId="{492D6F6D-8C7E-4CA5-8963-7AF2109E547A}" type="presParOf" srcId="{921F63F9-7308-4140-919D-222B74FACADC}" destId="{A738E601-A5BD-4DE8-8D2E-9863A85A7E7A}" srcOrd="1" destOrd="0" presId="urn:microsoft.com/office/officeart/2018/2/layout/IconCircleList"/>
    <dgm:cxn modelId="{AB6D79D5-74AB-4D70-B0D4-B224EE811E36}" type="presParOf" srcId="{921F63F9-7308-4140-919D-222B74FACADC}" destId="{D2A36B59-849F-49E6-80E9-B2975BE7904D}" srcOrd="2" destOrd="0" presId="urn:microsoft.com/office/officeart/2018/2/layout/IconCircleList"/>
    <dgm:cxn modelId="{C81CFF68-E648-48A9-B413-29075A34D6EE}" type="presParOf" srcId="{921F63F9-7308-4140-919D-222B74FACADC}" destId="{24C744EB-2DCD-4D6A-BF12-CBBDFBC1CCB2}" srcOrd="3" destOrd="0" presId="urn:microsoft.com/office/officeart/2018/2/layout/IconCircleList"/>
    <dgm:cxn modelId="{787C1DBC-57E7-4DD5-8C0F-A3F2D4D5BFC7}" type="presParOf" srcId="{2295C284-6C73-4F47-9E55-D9D1C41A631A}" destId="{AA4E19AA-1586-47FB-A9BF-D446C6D8CB5D}" srcOrd="3" destOrd="0" presId="urn:microsoft.com/office/officeart/2018/2/layout/IconCircleList"/>
    <dgm:cxn modelId="{463BC131-EA57-40B5-B729-C3CE5763EF86}" type="presParOf" srcId="{2295C284-6C73-4F47-9E55-D9D1C41A631A}" destId="{A4F386F9-5FF7-4EB5-A691-2941186D1169}" srcOrd="4" destOrd="0" presId="urn:microsoft.com/office/officeart/2018/2/layout/IconCircleList"/>
    <dgm:cxn modelId="{3A421B1C-6B7A-46DD-9343-1CC13445D2A7}" type="presParOf" srcId="{A4F386F9-5FF7-4EB5-A691-2941186D1169}" destId="{CB3BFFA3-8812-4D0B-94D8-3E8215AD24B2}" srcOrd="0" destOrd="0" presId="urn:microsoft.com/office/officeart/2018/2/layout/IconCircleList"/>
    <dgm:cxn modelId="{A9693647-96DE-4C0B-90A8-15E7B4B0D094}" type="presParOf" srcId="{A4F386F9-5FF7-4EB5-A691-2941186D1169}" destId="{77CB13C8-C317-4CEA-9CE0-BB28D308F447}" srcOrd="1" destOrd="0" presId="urn:microsoft.com/office/officeart/2018/2/layout/IconCircleList"/>
    <dgm:cxn modelId="{D40B7A35-6C1C-4C8F-B281-DCE84A2DECC8}" type="presParOf" srcId="{A4F386F9-5FF7-4EB5-A691-2941186D1169}" destId="{2B767FCF-7CF7-47EB-9792-6C61123C5D7D}" srcOrd="2" destOrd="0" presId="urn:microsoft.com/office/officeart/2018/2/layout/IconCircleList"/>
    <dgm:cxn modelId="{7C0B59DE-350D-43E6-A24B-8363E0636B34}" type="presParOf" srcId="{A4F386F9-5FF7-4EB5-A691-2941186D1169}" destId="{4562CABE-03CF-4E43-AAD5-C3BAC059AD81}" srcOrd="3" destOrd="0" presId="urn:microsoft.com/office/officeart/2018/2/layout/IconCircleList"/>
    <dgm:cxn modelId="{32638822-2C51-4E64-BEBD-F37850CD766B}" type="presParOf" srcId="{2295C284-6C73-4F47-9E55-D9D1C41A631A}" destId="{27EC699D-CA3A-4D7B-B7B0-61CBB24ED169}" srcOrd="5" destOrd="0" presId="urn:microsoft.com/office/officeart/2018/2/layout/IconCircleList"/>
    <dgm:cxn modelId="{0D53CF12-0C95-471A-B916-B570497747BB}" type="presParOf" srcId="{2295C284-6C73-4F47-9E55-D9D1C41A631A}" destId="{43333F64-01A8-4DC5-9508-155186C63B0B}" srcOrd="6" destOrd="0" presId="urn:microsoft.com/office/officeart/2018/2/layout/IconCircleList"/>
    <dgm:cxn modelId="{40325763-CB0E-4601-9F8C-B960337903E6}" type="presParOf" srcId="{43333F64-01A8-4DC5-9508-155186C63B0B}" destId="{6289AC02-1DAB-4F20-A562-E66FCBC08CAE}" srcOrd="0" destOrd="0" presId="urn:microsoft.com/office/officeart/2018/2/layout/IconCircleList"/>
    <dgm:cxn modelId="{305671F9-572F-41B0-A87B-18805F8EEEAE}" type="presParOf" srcId="{43333F64-01A8-4DC5-9508-155186C63B0B}" destId="{AEDD458E-1586-4AAE-A082-4F84824D647E}" srcOrd="1" destOrd="0" presId="urn:microsoft.com/office/officeart/2018/2/layout/IconCircleList"/>
    <dgm:cxn modelId="{36448CBE-6D81-42AA-8684-F7CFAE42BED3}" type="presParOf" srcId="{43333F64-01A8-4DC5-9508-155186C63B0B}" destId="{FA59BB58-9D37-4E43-8ADA-FA3D29CA9770}" srcOrd="2" destOrd="0" presId="urn:microsoft.com/office/officeart/2018/2/layout/IconCircleList"/>
    <dgm:cxn modelId="{530D7E93-F2A3-4611-BDA7-CE6B48527C90}" type="presParOf" srcId="{43333F64-01A8-4DC5-9508-155186C63B0B}" destId="{9FF93F21-53B4-4265-83F8-24C57FA03A2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C3AF63-9DDB-4434-8383-9E260ADF9669}"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C4C8C29-BD00-47EC-84F3-23AD6100D3E1}">
      <dgm:prSet/>
      <dgm:spPr/>
      <dgm:t>
        <a:bodyPr/>
        <a:lstStyle/>
        <a:p>
          <a:pPr>
            <a:lnSpc>
              <a:spcPct val="100000"/>
            </a:lnSpc>
            <a:defRPr b="1"/>
          </a:pPr>
          <a:r>
            <a:rPr lang="en-CA" dirty="0"/>
            <a:t>Frontend</a:t>
          </a:r>
          <a:endParaRPr lang="en-US" dirty="0"/>
        </a:p>
      </dgm:t>
    </dgm:pt>
    <dgm:pt modelId="{DAC4F189-8D6E-44A6-8DD3-02F39829C05F}" type="parTrans" cxnId="{F0F284A5-F9D6-4BF8-A647-A2F204BE9A44}">
      <dgm:prSet/>
      <dgm:spPr/>
      <dgm:t>
        <a:bodyPr/>
        <a:lstStyle/>
        <a:p>
          <a:endParaRPr lang="en-US"/>
        </a:p>
      </dgm:t>
    </dgm:pt>
    <dgm:pt modelId="{4E245626-A521-4F62-8F83-5304AD0B38AF}" type="sibTrans" cxnId="{F0F284A5-F9D6-4BF8-A647-A2F204BE9A44}">
      <dgm:prSet/>
      <dgm:spPr/>
      <dgm:t>
        <a:bodyPr/>
        <a:lstStyle/>
        <a:p>
          <a:endParaRPr lang="en-US"/>
        </a:p>
      </dgm:t>
    </dgm:pt>
    <dgm:pt modelId="{7F445C69-5FDD-4D9B-9957-4D739A5A3062}">
      <dgm:prSet/>
      <dgm:spPr/>
      <dgm:t>
        <a:bodyPr/>
        <a:lstStyle/>
        <a:p>
          <a:pPr>
            <a:lnSpc>
              <a:spcPct val="100000"/>
            </a:lnSpc>
          </a:pPr>
          <a:r>
            <a:rPr lang="en-CA"/>
            <a:t>Vue.js: Responsive and user-friendly UI</a:t>
          </a:r>
          <a:endParaRPr lang="en-US"/>
        </a:p>
      </dgm:t>
    </dgm:pt>
    <dgm:pt modelId="{EBEE9AC8-C31B-459A-ACFE-57C7C691559B}" type="parTrans" cxnId="{E6FC23B8-4B15-4D72-B24C-9A681C64B7C2}">
      <dgm:prSet/>
      <dgm:spPr/>
      <dgm:t>
        <a:bodyPr/>
        <a:lstStyle/>
        <a:p>
          <a:endParaRPr lang="en-US"/>
        </a:p>
      </dgm:t>
    </dgm:pt>
    <dgm:pt modelId="{19B7820A-AD64-4F55-8B98-BFEE5FFBF079}" type="sibTrans" cxnId="{E6FC23B8-4B15-4D72-B24C-9A681C64B7C2}">
      <dgm:prSet/>
      <dgm:spPr/>
      <dgm:t>
        <a:bodyPr/>
        <a:lstStyle/>
        <a:p>
          <a:endParaRPr lang="en-US"/>
        </a:p>
      </dgm:t>
    </dgm:pt>
    <dgm:pt modelId="{F7A18C6C-A90A-42C7-B4F4-92523E6F98B1}">
      <dgm:prSet/>
      <dgm:spPr/>
      <dgm:t>
        <a:bodyPr/>
        <a:lstStyle/>
        <a:p>
          <a:pPr>
            <a:lnSpc>
              <a:spcPct val="100000"/>
            </a:lnSpc>
            <a:defRPr b="1"/>
          </a:pPr>
          <a:r>
            <a:rPr lang="en-CA" dirty="0"/>
            <a:t>Backend &amp; Framework</a:t>
          </a:r>
          <a:endParaRPr lang="en-US" dirty="0"/>
        </a:p>
      </dgm:t>
    </dgm:pt>
    <dgm:pt modelId="{5ED32210-D390-4AF6-85C8-DC370FB1BC63}" type="parTrans" cxnId="{B8F06AE2-AC61-4603-84DC-79A8BE4E9FF5}">
      <dgm:prSet/>
      <dgm:spPr/>
      <dgm:t>
        <a:bodyPr/>
        <a:lstStyle/>
        <a:p>
          <a:endParaRPr lang="en-US"/>
        </a:p>
      </dgm:t>
    </dgm:pt>
    <dgm:pt modelId="{BBEE14B2-3438-4238-BC83-526674EF39D6}" type="sibTrans" cxnId="{B8F06AE2-AC61-4603-84DC-79A8BE4E9FF5}">
      <dgm:prSet/>
      <dgm:spPr/>
      <dgm:t>
        <a:bodyPr/>
        <a:lstStyle/>
        <a:p>
          <a:endParaRPr lang="en-US"/>
        </a:p>
      </dgm:t>
    </dgm:pt>
    <dgm:pt modelId="{8EF636EC-5C93-4017-AE85-0738D4D50687}">
      <dgm:prSet/>
      <dgm:spPr/>
      <dgm:t>
        <a:bodyPr/>
        <a:lstStyle/>
        <a:p>
          <a:pPr>
            <a:lnSpc>
              <a:spcPct val="100000"/>
            </a:lnSpc>
          </a:pPr>
          <a:r>
            <a:rPr lang="en-CA"/>
            <a:t>Flask (Python): Lightweight backend</a:t>
          </a:r>
          <a:endParaRPr lang="en-US"/>
        </a:p>
      </dgm:t>
    </dgm:pt>
    <dgm:pt modelId="{84BECC4E-83BB-4E7D-992F-6D7CF10B893D}" type="parTrans" cxnId="{70CAF0F7-5C59-4131-980D-EFB6BF24E926}">
      <dgm:prSet/>
      <dgm:spPr/>
      <dgm:t>
        <a:bodyPr/>
        <a:lstStyle/>
        <a:p>
          <a:endParaRPr lang="en-US"/>
        </a:p>
      </dgm:t>
    </dgm:pt>
    <dgm:pt modelId="{071127EF-84F9-44E5-B76D-BB015A2C60DC}" type="sibTrans" cxnId="{70CAF0F7-5C59-4131-980D-EFB6BF24E926}">
      <dgm:prSet/>
      <dgm:spPr/>
      <dgm:t>
        <a:bodyPr/>
        <a:lstStyle/>
        <a:p>
          <a:endParaRPr lang="en-US"/>
        </a:p>
      </dgm:t>
    </dgm:pt>
    <dgm:pt modelId="{87691DCE-54FE-4CDE-AA1D-EF53B263FE48}">
      <dgm:prSet/>
      <dgm:spPr/>
      <dgm:t>
        <a:bodyPr/>
        <a:lstStyle/>
        <a:p>
          <a:pPr>
            <a:lnSpc>
              <a:spcPct val="100000"/>
            </a:lnSpc>
          </a:pPr>
          <a:r>
            <a:rPr lang="en-CA"/>
            <a:t>Flask-Mail: Automated email reminders</a:t>
          </a:r>
          <a:endParaRPr lang="en-US"/>
        </a:p>
      </dgm:t>
    </dgm:pt>
    <dgm:pt modelId="{BF9CD8B2-429B-4418-83FA-7FBBBD32ACD5}" type="parTrans" cxnId="{3A94962E-EA2E-46AC-B8A4-2BF0AD99A245}">
      <dgm:prSet/>
      <dgm:spPr/>
      <dgm:t>
        <a:bodyPr/>
        <a:lstStyle/>
        <a:p>
          <a:endParaRPr lang="en-US"/>
        </a:p>
      </dgm:t>
    </dgm:pt>
    <dgm:pt modelId="{708231DF-F588-486B-BCDE-785C565A4AE7}" type="sibTrans" cxnId="{3A94962E-EA2E-46AC-B8A4-2BF0AD99A245}">
      <dgm:prSet/>
      <dgm:spPr/>
      <dgm:t>
        <a:bodyPr/>
        <a:lstStyle/>
        <a:p>
          <a:endParaRPr lang="en-US"/>
        </a:p>
      </dgm:t>
    </dgm:pt>
    <dgm:pt modelId="{62889D8C-51B0-42F3-B350-0F5AEC1BBC27}">
      <dgm:prSet/>
      <dgm:spPr/>
      <dgm:t>
        <a:bodyPr/>
        <a:lstStyle/>
        <a:p>
          <a:pPr>
            <a:lnSpc>
              <a:spcPct val="100000"/>
            </a:lnSpc>
          </a:pPr>
          <a:r>
            <a:rPr lang="en-CA"/>
            <a:t>APScheduler: Scheduled reminder dispatch</a:t>
          </a:r>
          <a:endParaRPr lang="en-US"/>
        </a:p>
      </dgm:t>
    </dgm:pt>
    <dgm:pt modelId="{726987BA-4A1B-4CC2-A376-2101526C2C96}" type="parTrans" cxnId="{18A5383B-6FDE-443B-AA0A-FD4BAA658D20}">
      <dgm:prSet/>
      <dgm:spPr/>
      <dgm:t>
        <a:bodyPr/>
        <a:lstStyle/>
        <a:p>
          <a:endParaRPr lang="en-US"/>
        </a:p>
      </dgm:t>
    </dgm:pt>
    <dgm:pt modelId="{3A3E2B8A-A506-4F6A-8E02-93FE743CE9AB}" type="sibTrans" cxnId="{18A5383B-6FDE-443B-AA0A-FD4BAA658D20}">
      <dgm:prSet/>
      <dgm:spPr/>
      <dgm:t>
        <a:bodyPr/>
        <a:lstStyle/>
        <a:p>
          <a:endParaRPr lang="en-US"/>
        </a:p>
      </dgm:t>
    </dgm:pt>
    <dgm:pt modelId="{1AE7424A-71E7-46AA-AF3D-BB3F1D1389EB}">
      <dgm:prSet/>
      <dgm:spPr/>
      <dgm:t>
        <a:bodyPr/>
        <a:lstStyle/>
        <a:p>
          <a:pPr>
            <a:lnSpc>
              <a:spcPct val="100000"/>
            </a:lnSpc>
            <a:defRPr b="1"/>
          </a:pPr>
          <a:r>
            <a:rPr lang="en-CA" dirty="0"/>
            <a:t>Authentication &amp; Security</a:t>
          </a:r>
          <a:endParaRPr lang="en-US" dirty="0"/>
        </a:p>
      </dgm:t>
    </dgm:pt>
    <dgm:pt modelId="{727DA37A-70EC-444B-AA8A-1A59F5D90B02}" type="parTrans" cxnId="{0C9F1291-CDAB-47DD-BB33-D5543109B685}">
      <dgm:prSet/>
      <dgm:spPr/>
      <dgm:t>
        <a:bodyPr/>
        <a:lstStyle/>
        <a:p>
          <a:endParaRPr lang="en-US"/>
        </a:p>
      </dgm:t>
    </dgm:pt>
    <dgm:pt modelId="{2B370EFA-432C-40D4-87DD-BA3ADAA3B9A7}" type="sibTrans" cxnId="{0C9F1291-CDAB-47DD-BB33-D5543109B685}">
      <dgm:prSet/>
      <dgm:spPr/>
      <dgm:t>
        <a:bodyPr/>
        <a:lstStyle/>
        <a:p>
          <a:endParaRPr lang="en-US"/>
        </a:p>
      </dgm:t>
    </dgm:pt>
    <dgm:pt modelId="{198E2FE1-459A-48CA-9E83-326FBBD42693}">
      <dgm:prSet/>
      <dgm:spPr/>
      <dgm:t>
        <a:bodyPr/>
        <a:lstStyle/>
        <a:p>
          <a:pPr>
            <a:lnSpc>
              <a:spcPct val="100000"/>
            </a:lnSpc>
          </a:pPr>
          <a:r>
            <a:rPr lang="en-CA"/>
            <a:t>JWT: Secure login and access control</a:t>
          </a:r>
          <a:endParaRPr lang="en-US"/>
        </a:p>
      </dgm:t>
    </dgm:pt>
    <dgm:pt modelId="{38256B29-96D9-41E7-BDB1-2574B050C8F0}" type="parTrans" cxnId="{C33CC2A0-8DF5-4FA3-B933-7DFB30C669B8}">
      <dgm:prSet/>
      <dgm:spPr/>
      <dgm:t>
        <a:bodyPr/>
        <a:lstStyle/>
        <a:p>
          <a:endParaRPr lang="en-US"/>
        </a:p>
      </dgm:t>
    </dgm:pt>
    <dgm:pt modelId="{A1B3CA6B-37BC-44E0-8FEC-6F4C6046D409}" type="sibTrans" cxnId="{C33CC2A0-8DF5-4FA3-B933-7DFB30C669B8}">
      <dgm:prSet/>
      <dgm:spPr/>
      <dgm:t>
        <a:bodyPr/>
        <a:lstStyle/>
        <a:p>
          <a:endParaRPr lang="en-US"/>
        </a:p>
      </dgm:t>
    </dgm:pt>
    <dgm:pt modelId="{68DC0C0D-E33D-491B-A5D7-740306490AAE}">
      <dgm:prSet/>
      <dgm:spPr/>
      <dgm:t>
        <a:bodyPr/>
        <a:lstStyle/>
        <a:p>
          <a:pPr>
            <a:lnSpc>
              <a:spcPct val="100000"/>
            </a:lnSpc>
            <a:defRPr b="1"/>
          </a:pPr>
          <a:r>
            <a:rPr lang="en-CA" dirty="0"/>
            <a:t>Database</a:t>
          </a:r>
          <a:endParaRPr lang="en-US" dirty="0"/>
        </a:p>
      </dgm:t>
    </dgm:pt>
    <dgm:pt modelId="{8811E9BC-27F1-4581-AB8B-DDE1602390C5}" type="parTrans" cxnId="{84D0E3D6-B640-4700-BB33-56FCC40783C5}">
      <dgm:prSet/>
      <dgm:spPr/>
      <dgm:t>
        <a:bodyPr/>
        <a:lstStyle/>
        <a:p>
          <a:endParaRPr lang="en-US"/>
        </a:p>
      </dgm:t>
    </dgm:pt>
    <dgm:pt modelId="{A56EB707-C4AA-45D3-A777-73588314684B}" type="sibTrans" cxnId="{84D0E3D6-B640-4700-BB33-56FCC40783C5}">
      <dgm:prSet/>
      <dgm:spPr/>
      <dgm:t>
        <a:bodyPr/>
        <a:lstStyle/>
        <a:p>
          <a:endParaRPr lang="en-US"/>
        </a:p>
      </dgm:t>
    </dgm:pt>
    <dgm:pt modelId="{B02A3C23-FD16-46D9-B829-6342826CC344}">
      <dgm:prSet/>
      <dgm:spPr/>
      <dgm:t>
        <a:bodyPr/>
        <a:lstStyle/>
        <a:p>
          <a:pPr>
            <a:lnSpc>
              <a:spcPct val="100000"/>
            </a:lnSpc>
          </a:pPr>
          <a:r>
            <a:rPr lang="en-CA"/>
            <a:t>MongoDB Atlas: Stores pet data, reminders</a:t>
          </a:r>
          <a:endParaRPr lang="en-US"/>
        </a:p>
      </dgm:t>
    </dgm:pt>
    <dgm:pt modelId="{B58729B3-2695-4A8B-9E56-6CCFC70F37C4}" type="parTrans" cxnId="{F7C7F28E-80D6-458E-8EA2-39536A7944F5}">
      <dgm:prSet/>
      <dgm:spPr/>
      <dgm:t>
        <a:bodyPr/>
        <a:lstStyle/>
        <a:p>
          <a:endParaRPr lang="en-US"/>
        </a:p>
      </dgm:t>
    </dgm:pt>
    <dgm:pt modelId="{0D09D94E-69F6-44F7-9ADE-95468F0CBD1F}" type="sibTrans" cxnId="{F7C7F28E-80D6-458E-8EA2-39536A7944F5}">
      <dgm:prSet/>
      <dgm:spPr/>
      <dgm:t>
        <a:bodyPr/>
        <a:lstStyle/>
        <a:p>
          <a:endParaRPr lang="en-US"/>
        </a:p>
      </dgm:t>
    </dgm:pt>
    <dgm:pt modelId="{1DE2ABBD-EB5C-46BB-B8A4-4BC664BAC742}">
      <dgm:prSet/>
      <dgm:spPr/>
      <dgm:t>
        <a:bodyPr/>
        <a:lstStyle/>
        <a:p>
          <a:pPr>
            <a:lnSpc>
              <a:spcPct val="100000"/>
            </a:lnSpc>
            <a:defRPr b="1"/>
          </a:pPr>
          <a:r>
            <a:rPr lang="en-CA" dirty="0"/>
            <a:t>NLP &amp; Matching</a:t>
          </a:r>
          <a:endParaRPr lang="en-US" dirty="0"/>
        </a:p>
      </dgm:t>
    </dgm:pt>
    <dgm:pt modelId="{5F7FFB02-6997-4946-9EC7-B0AC09BA5021}" type="parTrans" cxnId="{05B289C1-C632-403C-B0FE-891DA3F71C89}">
      <dgm:prSet/>
      <dgm:spPr/>
      <dgm:t>
        <a:bodyPr/>
        <a:lstStyle/>
        <a:p>
          <a:endParaRPr lang="en-US"/>
        </a:p>
      </dgm:t>
    </dgm:pt>
    <dgm:pt modelId="{55375BC0-E040-4CA8-9B69-EF66DB828F10}" type="sibTrans" cxnId="{05B289C1-C632-403C-B0FE-891DA3F71C89}">
      <dgm:prSet/>
      <dgm:spPr/>
      <dgm:t>
        <a:bodyPr/>
        <a:lstStyle/>
        <a:p>
          <a:endParaRPr lang="en-US"/>
        </a:p>
      </dgm:t>
    </dgm:pt>
    <dgm:pt modelId="{9FC64926-80D6-468C-8E78-A291D90FC579}">
      <dgm:prSet/>
      <dgm:spPr/>
      <dgm:t>
        <a:bodyPr/>
        <a:lstStyle/>
        <a:p>
          <a:pPr>
            <a:lnSpc>
              <a:spcPct val="100000"/>
            </a:lnSpc>
          </a:pPr>
          <a:r>
            <a:rPr lang="en-CA"/>
            <a:t>FuzzyWuzzy: Fuzzy keyword matching</a:t>
          </a:r>
          <a:endParaRPr lang="en-US"/>
        </a:p>
      </dgm:t>
    </dgm:pt>
    <dgm:pt modelId="{414B3C29-6130-43E0-AD63-05A341B5AAF9}" type="parTrans" cxnId="{180EC664-EC69-45B6-AC3A-C2D9B86523FC}">
      <dgm:prSet/>
      <dgm:spPr/>
      <dgm:t>
        <a:bodyPr/>
        <a:lstStyle/>
        <a:p>
          <a:endParaRPr lang="en-US"/>
        </a:p>
      </dgm:t>
    </dgm:pt>
    <dgm:pt modelId="{22964D69-55A9-4377-B365-C4703676653D}" type="sibTrans" cxnId="{180EC664-EC69-45B6-AC3A-C2D9B86523FC}">
      <dgm:prSet/>
      <dgm:spPr/>
      <dgm:t>
        <a:bodyPr/>
        <a:lstStyle/>
        <a:p>
          <a:endParaRPr lang="en-US"/>
        </a:p>
      </dgm:t>
    </dgm:pt>
    <dgm:pt modelId="{03EFC38C-815E-4D47-B79E-B10E828EE76D}">
      <dgm:prSet/>
      <dgm:spPr/>
      <dgm:t>
        <a:bodyPr/>
        <a:lstStyle/>
        <a:p>
          <a:pPr>
            <a:lnSpc>
              <a:spcPct val="100000"/>
            </a:lnSpc>
          </a:pPr>
          <a:r>
            <a:rPr lang="en-CA"/>
            <a:t>spaCy: Location extraction from queries</a:t>
          </a:r>
          <a:endParaRPr lang="en-US"/>
        </a:p>
      </dgm:t>
    </dgm:pt>
    <dgm:pt modelId="{8BC21C90-8ECE-450B-8D01-5BDA7AFCBD69}" type="parTrans" cxnId="{9C77273E-E23E-4F0C-B7E1-B1A9916E01F1}">
      <dgm:prSet/>
      <dgm:spPr/>
      <dgm:t>
        <a:bodyPr/>
        <a:lstStyle/>
        <a:p>
          <a:endParaRPr lang="en-US"/>
        </a:p>
      </dgm:t>
    </dgm:pt>
    <dgm:pt modelId="{5C3F301E-D6EE-4264-A15C-4F39906349FA}" type="sibTrans" cxnId="{9C77273E-E23E-4F0C-B7E1-B1A9916E01F1}">
      <dgm:prSet/>
      <dgm:spPr/>
      <dgm:t>
        <a:bodyPr/>
        <a:lstStyle/>
        <a:p>
          <a:endParaRPr lang="en-US"/>
        </a:p>
      </dgm:t>
    </dgm:pt>
    <dgm:pt modelId="{6CC534D0-7EB3-43D1-99ED-0EFEA2655571}">
      <dgm:prSet/>
      <dgm:spPr/>
      <dgm:t>
        <a:bodyPr/>
        <a:lstStyle/>
        <a:p>
          <a:pPr>
            <a:lnSpc>
              <a:spcPct val="100000"/>
            </a:lnSpc>
            <a:defRPr b="1"/>
          </a:pPr>
          <a:r>
            <a:rPr lang="en-CA" dirty="0"/>
            <a:t>APIs &amp; Deployment</a:t>
          </a:r>
          <a:endParaRPr lang="en-US" dirty="0"/>
        </a:p>
      </dgm:t>
    </dgm:pt>
    <dgm:pt modelId="{5D4412FE-D20F-42B3-AAFC-6F392632D37F}" type="parTrans" cxnId="{838636F3-5304-4609-998F-4754C25B62EC}">
      <dgm:prSet/>
      <dgm:spPr/>
      <dgm:t>
        <a:bodyPr/>
        <a:lstStyle/>
        <a:p>
          <a:endParaRPr lang="en-US"/>
        </a:p>
      </dgm:t>
    </dgm:pt>
    <dgm:pt modelId="{E2E7EDD3-B69F-466D-B448-245B06C66D71}" type="sibTrans" cxnId="{838636F3-5304-4609-998F-4754C25B62EC}">
      <dgm:prSet/>
      <dgm:spPr/>
      <dgm:t>
        <a:bodyPr/>
        <a:lstStyle/>
        <a:p>
          <a:endParaRPr lang="en-US"/>
        </a:p>
      </dgm:t>
    </dgm:pt>
    <dgm:pt modelId="{3957EBC9-AD28-491A-806A-299827795011}">
      <dgm:prSet/>
      <dgm:spPr/>
      <dgm:t>
        <a:bodyPr/>
        <a:lstStyle/>
        <a:p>
          <a:pPr>
            <a:lnSpc>
              <a:spcPct val="100000"/>
            </a:lnSpc>
          </a:pPr>
          <a:r>
            <a:rPr lang="en-CA"/>
            <a:t>Yelp API: Pet service listings</a:t>
          </a:r>
          <a:endParaRPr lang="en-US"/>
        </a:p>
      </dgm:t>
    </dgm:pt>
    <dgm:pt modelId="{4B0D3401-22E8-4F0F-8C51-CDC573FBE933}" type="parTrans" cxnId="{903B5113-054F-4E6D-9F1C-CAB816BBF964}">
      <dgm:prSet/>
      <dgm:spPr/>
      <dgm:t>
        <a:bodyPr/>
        <a:lstStyle/>
        <a:p>
          <a:endParaRPr lang="en-US"/>
        </a:p>
      </dgm:t>
    </dgm:pt>
    <dgm:pt modelId="{2A84361E-7DF4-4AE2-91B6-A2730A9EB7B5}" type="sibTrans" cxnId="{903B5113-054F-4E6D-9F1C-CAB816BBF964}">
      <dgm:prSet/>
      <dgm:spPr/>
      <dgm:t>
        <a:bodyPr/>
        <a:lstStyle/>
        <a:p>
          <a:endParaRPr lang="en-US"/>
        </a:p>
      </dgm:t>
    </dgm:pt>
    <dgm:pt modelId="{57C9D027-6900-4038-85CA-398BBA886CE6}">
      <dgm:prSet/>
      <dgm:spPr/>
      <dgm:t>
        <a:bodyPr/>
        <a:lstStyle/>
        <a:p>
          <a:pPr>
            <a:lnSpc>
              <a:spcPct val="100000"/>
            </a:lnSpc>
          </a:pPr>
          <a:r>
            <a:rPr lang="en-CA"/>
            <a:t>Railway: Backend &amp; DB deployment</a:t>
          </a:r>
          <a:endParaRPr lang="en-US"/>
        </a:p>
      </dgm:t>
    </dgm:pt>
    <dgm:pt modelId="{3C57F09A-A5CD-4C7F-A5E5-9B70C80D99A7}" type="parTrans" cxnId="{0A99810F-3646-4E6D-B6D8-B5A752D3158F}">
      <dgm:prSet/>
      <dgm:spPr/>
      <dgm:t>
        <a:bodyPr/>
        <a:lstStyle/>
        <a:p>
          <a:endParaRPr lang="en-US"/>
        </a:p>
      </dgm:t>
    </dgm:pt>
    <dgm:pt modelId="{9A7D83B9-226C-4EC2-8788-D5BD8CDD059B}" type="sibTrans" cxnId="{0A99810F-3646-4E6D-B6D8-B5A752D3158F}">
      <dgm:prSet/>
      <dgm:spPr/>
      <dgm:t>
        <a:bodyPr/>
        <a:lstStyle/>
        <a:p>
          <a:endParaRPr lang="en-US"/>
        </a:p>
      </dgm:t>
    </dgm:pt>
    <dgm:pt modelId="{842372FB-76D9-428E-AA04-EA026D984A31}" type="pres">
      <dgm:prSet presAssocID="{43C3AF63-9DDB-4434-8383-9E260ADF9669}" presName="root" presStyleCnt="0">
        <dgm:presLayoutVars>
          <dgm:dir/>
          <dgm:resizeHandles val="exact"/>
        </dgm:presLayoutVars>
      </dgm:prSet>
      <dgm:spPr/>
    </dgm:pt>
    <dgm:pt modelId="{23087574-840C-4E1A-A3A2-5A340FF17998}" type="pres">
      <dgm:prSet presAssocID="{0C4C8C29-BD00-47EC-84F3-23AD6100D3E1}" presName="compNode" presStyleCnt="0"/>
      <dgm:spPr/>
    </dgm:pt>
    <dgm:pt modelId="{F66C42F5-F656-40D9-818B-078C14DB7A21}" type="pres">
      <dgm:prSet presAssocID="{0C4C8C29-BD00-47EC-84F3-23AD6100D3E1}"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98A67B8A-6910-49A9-84F4-833F91E71E09}" type="pres">
      <dgm:prSet presAssocID="{0C4C8C29-BD00-47EC-84F3-23AD6100D3E1}" presName="iconSpace" presStyleCnt="0"/>
      <dgm:spPr/>
    </dgm:pt>
    <dgm:pt modelId="{BD213932-675E-4B4A-90AD-C4520A6D7FBF}" type="pres">
      <dgm:prSet presAssocID="{0C4C8C29-BD00-47EC-84F3-23AD6100D3E1}" presName="parTx" presStyleLbl="revTx" presStyleIdx="0" presStyleCnt="12">
        <dgm:presLayoutVars>
          <dgm:chMax val="0"/>
          <dgm:chPref val="0"/>
        </dgm:presLayoutVars>
      </dgm:prSet>
      <dgm:spPr/>
    </dgm:pt>
    <dgm:pt modelId="{8A061350-5061-4D6B-BEE4-5858294248A2}" type="pres">
      <dgm:prSet presAssocID="{0C4C8C29-BD00-47EC-84F3-23AD6100D3E1}" presName="txSpace" presStyleCnt="0"/>
      <dgm:spPr/>
    </dgm:pt>
    <dgm:pt modelId="{E4D0F3ED-972F-447C-B19A-AB4BD1E28346}" type="pres">
      <dgm:prSet presAssocID="{0C4C8C29-BD00-47EC-84F3-23AD6100D3E1}" presName="desTx" presStyleLbl="revTx" presStyleIdx="1" presStyleCnt="12">
        <dgm:presLayoutVars/>
      </dgm:prSet>
      <dgm:spPr/>
    </dgm:pt>
    <dgm:pt modelId="{7B9AE85E-8FC5-4234-9987-56168619A1BF}" type="pres">
      <dgm:prSet presAssocID="{4E245626-A521-4F62-8F83-5304AD0B38AF}" presName="sibTrans" presStyleCnt="0"/>
      <dgm:spPr/>
    </dgm:pt>
    <dgm:pt modelId="{C6F730B5-5ECF-439E-A8B9-12C7F393D956}" type="pres">
      <dgm:prSet presAssocID="{F7A18C6C-A90A-42C7-B4F4-92523E6F98B1}" presName="compNode" presStyleCnt="0"/>
      <dgm:spPr/>
    </dgm:pt>
    <dgm:pt modelId="{A818E7BB-DE9F-4482-900D-EE8939519405}" type="pres">
      <dgm:prSet presAssocID="{F7A18C6C-A90A-42C7-B4F4-92523E6F98B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sk"/>
        </a:ext>
      </dgm:extLst>
    </dgm:pt>
    <dgm:pt modelId="{FBE60390-734A-402D-8696-683208242E82}" type="pres">
      <dgm:prSet presAssocID="{F7A18C6C-A90A-42C7-B4F4-92523E6F98B1}" presName="iconSpace" presStyleCnt="0"/>
      <dgm:spPr/>
    </dgm:pt>
    <dgm:pt modelId="{841616D7-403C-4020-BF42-75FBA2B934E9}" type="pres">
      <dgm:prSet presAssocID="{F7A18C6C-A90A-42C7-B4F4-92523E6F98B1}" presName="parTx" presStyleLbl="revTx" presStyleIdx="2" presStyleCnt="12">
        <dgm:presLayoutVars>
          <dgm:chMax val="0"/>
          <dgm:chPref val="0"/>
        </dgm:presLayoutVars>
      </dgm:prSet>
      <dgm:spPr/>
    </dgm:pt>
    <dgm:pt modelId="{603A0A35-3B88-4657-B7FE-9BD3B7718C6A}" type="pres">
      <dgm:prSet presAssocID="{F7A18C6C-A90A-42C7-B4F4-92523E6F98B1}" presName="txSpace" presStyleCnt="0"/>
      <dgm:spPr/>
    </dgm:pt>
    <dgm:pt modelId="{6EA751AB-F621-44D8-BAFF-0A663A13548F}" type="pres">
      <dgm:prSet presAssocID="{F7A18C6C-A90A-42C7-B4F4-92523E6F98B1}" presName="desTx" presStyleLbl="revTx" presStyleIdx="3" presStyleCnt="12">
        <dgm:presLayoutVars/>
      </dgm:prSet>
      <dgm:spPr/>
    </dgm:pt>
    <dgm:pt modelId="{6B754212-B97A-404A-9B85-7CBD97282165}" type="pres">
      <dgm:prSet presAssocID="{BBEE14B2-3438-4238-BC83-526674EF39D6}" presName="sibTrans" presStyleCnt="0"/>
      <dgm:spPr/>
    </dgm:pt>
    <dgm:pt modelId="{F8DB27E4-EA9C-4914-AC2E-B229D3AE192F}" type="pres">
      <dgm:prSet presAssocID="{1AE7424A-71E7-46AA-AF3D-BB3F1D1389EB}" presName="compNode" presStyleCnt="0"/>
      <dgm:spPr/>
    </dgm:pt>
    <dgm:pt modelId="{EDEBC971-DB90-4517-9B72-3847545318B0}" type="pres">
      <dgm:prSet presAssocID="{1AE7424A-71E7-46AA-AF3D-BB3F1D1389EB}"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nlock"/>
        </a:ext>
      </dgm:extLst>
    </dgm:pt>
    <dgm:pt modelId="{338EE88B-D8FF-45B5-B67C-ED4ED35ABDC0}" type="pres">
      <dgm:prSet presAssocID="{1AE7424A-71E7-46AA-AF3D-BB3F1D1389EB}" presName="iconSpace" presStyleCnt="0"/>
      <dgm:spPr/>
    </dgm:pt>
    <dgm:pt modelId="{A8664A23-3491-46A1-B812-B9D80F14900D}" type="pres">
      <dgm:prSet presAssocID="{1AE7424A-71E7-46AA-AF3D-BB3F1D1389EB}" presName="parTx" presStyleLbl="revTx" presStyleIdx="4" presStyleCnt="12">
        <dgm:presLayoutVars>
          <dgm:chMax val="0"/>
          <dgm:chPref val="0"/>
        </dgm:presLayoutVars>
      </dgm:prSet>
      <dgm:spPr/>
    </dgm:pt>
    <dgm:pt modelId="{AD6673BA-4795-4C55-8B99-27ACCE24BC68}" type="pres">
      <dgm:prSet presAssocID="{1AE7424A-71E7-46AA-AF3D-BB3F1D1389EB}" presName="txSpace" presStyleCnt="0"/>
      <dgm:spPr/>
    </dgm:pt>
    <dgm:pt modelId="{520E8EB5-E612-4A37-A26F-6DA61652F0D9}" type="pres">
      <dgm:prSet presAssocID="{1AE7424A-71E7-46AA-AF3D-BB3F1D1389EB}" presName="desTx" presStyleLbl="revTx" presStyleIdx="5" presStyleCnt="12">
        <dgm:presLayoutVars/>
      </dgm:prSet>
      <dgm:spPr/>
    </dgm:pt>
    <dgm:pt modelId="{7CA373C9-EBB4-4FF0-BFDF-90CE6D26EC93}" type="pres">
      <dgm:prSet presAssocID="{2B370EFA-432C-40D4-87DD-BA3ADAA3B9A7}" presName="sibTrans" presStyleCnt="0"/>
      <dgm:spPr/>
    </dgm:pt>
    <dgm:pt modelId="{6E3C490A-0144-44AF-8E61-81BB5A076D89}" type="pres">
      <dgm:prSet presAssocID="{68DC0C0D-E33D-491B-A5D7-740306490AAE}" presName="compNode" presStyleCnt="0"/>
      <dgm:spPr/>
    </dgm:pt>
    <dgm:pt modelId="{AE14E533-7034-4140-9164-E771D51EF202}" type="pres">
      <dgm:prSet presAssocID="{68DC0C0D-E33D-491B-A5D7-740306490AA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B69BA44F-2666-4E04-A0D0-7F044AA3F043}" type="pres">
      <dgm:prSet presAssocID="{68DC0C0D-E33D-491B-A5D7-740306490AAE}" presName="iconSpace" presStyleCnt="0"/>
      <dgm:spPr/>
    </dgm:pt>
    <dgm:pt modelId="{7BFCD034-E396-4801-B8AE-A1917070139C}" type="pres">
      <dgm:prSet presAssocID="{68DC0C0D-E33D-491B-A5D7-740306490AAE}" presName="parTx" presStyleLbl="revTx" presStyleIdx="6" presStyleCnt="12">
        <dgm:presLayoutVars>
          <dgm:chMax val="0"/>
          <dgm:chPref val="0"/>
        </dgm:presLayoutVars>
      </dgm:prSet>
      <dgm:spPr/>
    </dgm:pt>
    <dgm:pt modelId="{5C77F646-E3D5-432C-9317-22D066E86159}" type="pres">
      <dgm:prSet presAssocID="{68DC0C0D-E33D-491B-A5D7-740306490AAE}" presName="txSpace" presStyleCnt="0"/>
      <dgm:spPr/>
    </dgm:pt>
    <dgm:pt modelId="{AF227E10-1EA8-45BC-A0BF-39B1DA500579}" type="pres">
      <dgm:prSet presAssocID="{68DC0C0D-E33D-491B-A5D7-740306490AAE}" presName="desTx" presStyleLbl="revTx" presStyleIdx="7" presStyleCnt="12">
        <dgm:presLayoutVars/>
      </dgm:prSet>
      <dgm:spPr/>
    </dgm:pt>
    <dgm:pt modelId="{0462E1E7-D696-4204-8EA2-E524C3F7652B}" type="pres">
      <dgm:prSet presAssocID="{A56EB707-C4AA-45D3-A777-73588314684B}" presName="sibTrans" presStyleCnt="0"/>
      <dgm:spPr/>
    </dgm:pt>
    <dgm:pt modelId="{8132F708-5F5F-4395-B8E5-B0B43E25D5A4}" type="pres">
      <dgm:prSet presAssocID="{1DE2ABBD-EB5C-46BB-B8A4-4BC664BAC742}" presName="compNode" presStyleCnt="0"/>
      <dgm:spPr/>
    </dgm:pt>
    <dgm:pt modelId="{9D58796B-4A18-44E6-B85A-AFC3CA9D2BBC}" type="pres">
      <dgm:prSet presAssocID="{1DE2ABBD-EB5C-46BB-B8A4-4BC664BAC74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60A33E5D-5C09-4A0C-A7D5-9417B523F1B7}" type="pres">
      <dgm:prSet presAssocID="{1DE2ABBD-EB5C-46BB-B8A4-4BC664BAC742}" presName="iconSpace" presStyleCnt="0"/>
      <dgm:spPr/>
    </dgm:pt>
    <dgm:pt modelId="{B036D766-D541-4E3F-8AFD-3F7998DB833A}" type="pres">
      <dgm:prSet presAssocID="{1DE2ABBD-EB5C-46BB-B8A4-4BC664BAC742}" presName="parTx" presStyleLbl="revTx" presStyleIdx="8" presStyleCnt="12">
        <dgm:presLayoutVars>
          <dgm:chMax val="0"/>
          <dgm:chPref val="0"/>
        </dgm:presLayoutVars>
      </dgm:prSet>
      <dgm:spPr/>
    </dgm:pt>
    <dgm:pt modelId="{F1B01824-8415-47D0-97CB-CDFA46431381}" type="pres">
      <dgm:prSet presAssocID="{1DE2ABBD-EB5C-46BB-B8A4-4BC664BAC742}" presName="txSpace" presStyleCnt="0"/>
      <dgm:spPr/>
    </dgm:pt>
    <dgm:pt modelId="{2C921484-F2F1-495B-81D0-C14D14426AC3}" type="pres">
      <dgm:prSet presAssocID="{1DE2ABBD-EB5C-46BB-B8A4-4BC664BAC742}" presName="desTx" presStyleLbl="revTx" presStyleIdx="9" presStyleCnt="12">
        <dgm:presLayoutVars/>
      </dgm:prSet>
      <dgm:spPr/>
    </dgm:pt>
    <dgm:pt modelId="{EAD17A72-86CD-43A1-9907-96FDED9E4180}" type="pres">
      <dgm:prSet presAssocID="{55375BC0-E040-4CA8-9B69-EF66DB828F10}" presName="sibTrans" presStyleCnt="0"/>
      <dgm:spPr/>
    </dgm:pt>
    <dgm:pt modelId="{ECB7ED1A-AD3F-460F-8820-2520C0CCA824}" type="pres">
      <dgm:prSet presAssocID="{6CC534D0-7EB3-43D1-99ED-0EFEA2655571}" presName="compNode" presStyleCnt="0"/>
      <dgm:spPr/>
    </dgm:pt>
    <dgm:pt modelId="{BB2440F8-F2EF-49DE-9E96-5062107BBF48}" type="pres">
      <dgm:prSet presAssocID="{6CC534D0-7EB3-43D1-99ED-0EFEA265557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ocument"/>
        </a:ext>
      </dgm:extLst>
    </dgm:pt>
    <dgm:pt modelId="{633CD15D-42C3-4C0B-B4F8-8C7FB4BD446D}" type="pres">
      <dgm:prSet presAssocID="{6CC534D0-7EB3-43D1-99ED-0EFEA2655571}" presName="iconSpace" presStyleCnt="0"/>
      <dgm:spPr/>
    </dgm:pt>
    <dgm:pt modelId="{BDB6E46F-A9B6-4A1C-A982-96054FB48710}" type="pres">
      <dgm:prSet presAssocID="{6CC534D0-7EB3-43D1-99ED-0EFEA2655571}" presName="parTx" presStyleLbl="revTx" presStyleIdx="10" presStyleCnt="12">
        <dgm:presLayoutVars>
          <dgm:chMax val="0"/>
          <dgm:chPref val="0"/>
        </dgm:presLayoutVars>
      </dgm:prSet>
      <dgm:spPr/>
    </dgm:pt>
    <dgm:pt modelId="{A3990189-772F-456F-A2F8-56EA5B615B19}" type="pres">
      <dgm:prSet presAssocID="{6CC534D0-7EB3-43D1-99ED-0EFEA2655571}" presName="txSpace" presStyleCnt="0"/>
      <dgm:spPr/>
    </dgm:pt>
    <dgm:pt modelId="{D7920E50-90AF-416F-977C-D8357DEA531B}" type="pres">
      <dgm:prSet presAssocID="{6CC534D0-7EB3-43D1-99ED-0EFEA2655571}" presName="desTx" presStyleLbl="revTx" presStyleIdx="11" presStyleCnt="12">
        <dgm:presLayoutVars/>
      </dgm:prSet>
      <dgm:spPr/>
    </dgm:pt>
  </dgm:ptLst>
  <dgm:cxnLst>
    <dgm:cxn modelId="{8A3C1E0A-9B46-42BD-85EC-778F4DB4AED9}" type="presOf" srcId="{7F445C69-5FDD-4D9B-9957-4D739A5A3062}" destId="{E4D0F3ED-972F-447C-B19A-AB4BD1E28346}" srcOrd="0" destOrd="0" presId="urn:microsoft.com/office/officeart/2018/5/layout/CenteredIconLabelDescriptionList"/>
    <dgm:cxn modelId="{0A99810F-3646-4E6D-B6D8-B5A752D3158F}" srcId="{6CC534D0-7EB3-43D1-99ED-0EFEA2655571}" destId="{57C9D027-6900-4038-85CA-398BBA886CE6}" srcOrd="1" destOrd="0" parTransId="{3C57F09A-A5CD-4C7F-A5E5-9B70C80D99A7}" sibTransId="{9A7D83B9-226C-4EC2-8788-D5BD8CDD059B}"/>
    <dgm:cxn modelId="{AA252A11-EE2C-46A1-9748-A7B06918DAE7}" type="presOf" srcId="{03EFC38C-815E-4D47-B79E-B10E828EE76D}" destId="{2C921484-F2F1-495B-81D0-C14D14426AC3}" srcOrd="0" destOrd="1" presId="urn:microsoft.com/office/officeart/2018/5/layout/CenteredIconLabelDescriptionList"/>
    <dgm:cxn modelId="{903B5113-054F-4E6D-9F1C-CAB816BBF964}" srcId="{6CC534D0-7EB3-43D1-99ED-0EFEA2655571}" destId="{3957EBC9-AD28-491A-806A-299827795011}" srcOrd="0" destOrd="0" parTransId="{4B0D3401-22E8-4F0F-8C51-CDC573FBE933}" sibTransId="{2A84361E-7DF4-4AE2-91B6-A2730A9EB7B5}"/>
    <dgm:cxn modelId="{3A94962E-EA2E-46AC-B8A4-2BF0AD99A245}" srcId="{F7A18C6C-A90A-42C7-B4F4-92523E6F98B1}" destId="{87691DCE-54FE-4CDE-AA1D-EF53B263FE48}" srcOrd="1" destOrd="0" parTransId="{BF9CD8B2-429B-4418-83FA-7FBBBD32ACD5}" sibTransId="{708231DF-F588-486B-BCDE-785C565A4AE7}"/>
    <dgm:cxn modelId="{CA78E739-2308-422E-9643-CA27B690BEB3}" type="presOf" srcId="{43C3AF63-9DDB-4434-8383-9E260ADF9669}" destId="{842372FB-76D9-428E-AA04-EA026D984A31}" srcOrd="0" destOrd="0" presId="urn:microsoft.com/office/officeart/2018/5/layout/CenteredIconLabelDescriptionList"/>
    <dgm:cxn modelId="{73B7823A-17B0-48A9-8BC8-32FDFEF1ADC2}" type="presOf" srcId="{87691DCE-54FE-4CDE-AA1D-EF53B263FE48}" destId="{6EA751AB-F621-44D8-BAFF-0A663A13548F}" srcOrd="0" destOrd="1" presId="urn:microsoft.com/office/officeart/2018/5/layout/CenteredIconLabelDescriptionList"/>
    <dgm:cxn modelId="{18A5383B-6FDE-443B-AA0A-FD4BAA658D20}" srcId="{F7A18C6C-A90A-42C7-B4F4-92523E6F98B1}" destId="{62889D8C-51B0-42F3-B350-0F5AEC1BBC27}" srcOrd="2" destOrd="0" parTransId="{726987BA-4A1B-4CC2-A376-2101526C2C96}" sibTransId="{3A3E2B8A-A506-4F6A-8E02-93FE743CE9AB}"/>
    <dgm:cxn modelId="{9C77273E-E23E-4F0C-B7E1-B1A9916E01F1}" srcId="{1DE2ABBD-EB5C-46BB-B8A4-4BC664BAC742}" destId="{03EFC38C-815E-4D47-B79E-B10E828EE76D}" srcOrd="1" destOrd="0" parTransId="{8BC21C90-8ECE-450B-8D01-5BDA7AFCBD69}" sibTransId="{5C3F301E-D6EE-4264-A15C-4F39906349FA}"/>
    <dgm:cxn modelId="{180EC664-EC69-45B6-AC3A-C2D9B86523FC}" srcId="{1DE2ABBD-EB5C-46BB-B8A4-4BC664BAC742}" destId="{9FC64926-80D6-468C-8E78-A291D90FC579}" srcOrd="0" destOrd="0" parTransId="{414B3C29-6130-43E0-AD63-05A341B5AAF9}" sibTransId="{22964D69-55A9-4377-B365-C4703676653D}"/>
    <dgm:cxn modelId="{6EB48E47-B1A2-41CA-8EA8-E49C9FA83559}" type="presOf" srcId="{F7A18C6C-A90A-42C7-B4F4-92523E6F98B1}" destId="{841616D7-403C-4020-BF42-75FBA2B934E9}" srcOrd="0" destOrd="0" presId="urn:microsoft.com/office/officeart/2018/5/layout/CenteredIconLabelDescriptionList"/>
    <dgm:cxn modelId="{3B569468-CBC2-438D-94B2-A0CADE5121BD}" type="presOf" srcId="{8EF636EC-5C93-4017-AE85-0738D4D50687}" destId="{6EA751AB-F621-44D8-BAFF-0A663A13548F}" srcOrd="0" destOrd="0" presId="urn:microsoft.com/office/officeart/2018/5/layout/CenteredIconLabelDescriptionList"/>
    <dgm:cxn modelId="{1BD5284C-AA14-4EF7-B7E8-84E5096D5A2C}" type="presOf" srcId="{57C9D027-6900-4038-85CA-398BBA886CE6}" destId="{D7920E50-90AF-416F-977C-D8357DEA531B}" srcOrd="0" destOrd="1" presId="urn:microsoft.com/office/officeart/2018/5/layout/CenteredIconLabelDescriptionList"/>
    <dgm:cxn modelId="{A61A714D-C7F8-4A3F-8830-E49B29FD4FD5}" type="presOf" srcId="{68DC0C0D-E33D-491B-A5D7-740306490AAE}" destId="{7BFCD034-E396-4801-B8AE-A1917070139C}" srcOrd="0" destOrd="0" presId="urn:microsoft.com/office/officeart/2018/5/layout/CenteredIconLabelDescriptionList"/>
    <dgm:cxn modelId="{2C557B6D-9317-4C03-806A-E3D15DAB2AF5}" type="presOf" srcId="{3957EBC9-AD28-491A-806A-299827795011}" destId="{D7920E50-90AF-416F-977C-D8357DEA531B}" srcOrd="0" destOrd="0" presId="urn:microsoft.com/office/officeart/2018/5/layout/CenteredIconLabelDescriptionList"/>
    <dgm:cxn modelId="{B5E0624E-B491-4BD8-9A22-13101295A16E}" type="presOf" srcId="{1AE7424A-71E7-46AA-AF3D-BB3F1D1389EB}" destId="{A8664A23-3491-46A1-B812-B9D80F14900D}" srcOrd="0" destOrd="0" presId="urn:microsoft.com/office/officeart/2018/5/layout/CenteredIconLabelDescriptionList"/>
    <dgm:cxn modelId="{F7C7F28E-80D6-458E-8EA2-39536A7944F5}" srcId="{68DC0C0D-E33D-491B-A5D7-740306490AAE}" destId="{B02A3C23-FD16-46D9-B829-6342826CC344}" srcOrd="0" destOrd="0" parTransId="{B58729B3-2695-4A8B-9E56-6CCFC70F37C4}" sibTransId="{0D09D94E-69F6-44F7-9ADE-95468F0CBD1F}"/>
    <dgm:cxn modelId="{0C9F1291-CDAB-47DD-BB33-D5543109B685}" srcId="{43C3AF63-9DDB-4434-8383-9E260ADF9669}" destId="{1AE7424A-71E7-46AA-AF3D-BB3F1D1389EB}" srcOrd="2" destOrd="0" parTransId="{727DA37A-70EC-444B-AA8A-1A59F5D90B02}" sibTransId="{2B370EFA-432C-40D4-87DD-BA3ADAA3B9A7}"/>
    <dgm:cxn modelId="{A185C796-242C-44B8-8CB1-592FE406CDC0}" type="presOf" srcId="{0C4C8C29-BD00-47EC-84F3-23AD6100D3E1}" destId="{BD213932-675E-4B4A-90AD-C4520A6D7FBF}" srcOrd="0" destOrd="0" presId="urn:microsoft.com/office/officeart/2018/5/layout/CenteredIconLabelDescriptionList"/>
    <dgm:cxn modelId="{C33CC2A0-8DF5-4FA3-B933-7DFB30C669B8}" srcId="{1AE7424A-71E7-46AA-AF3D-BB3F1D1389EB}" destId="{198E2FE1-459A-48CA-9E83-326FBBD42693}" srcOrd="0" destOrd="0" parTransId="{38256B29-96D9-41E7-BDB1-2574B050C8F0}" sibTransId="{A1B3CA6B-37BC-44E0-8FEC-6F4C6046D409}"/>
    <dgm:cxn modelId="{F0F284A5-F9D6-4BF8-A647-A2F204BE9A44}" srcId="{43C3AF63-9DDB-4434-8383-9E260ADF9669}" destId="{0C4C8C29-BD00-47EC-84F3-23AD6100D3E1}" srcOrd="0" destOrd="0" parTransId="{DAC4F189-8D6E-44A6-8DD3-02F39829C05F}" sibTransId="{4E245626-A521-4F62-8F83-5304AD0B38AF}"/>
    <dgm:cxn modelId="{B7F0D4B4-31A3-43C4-ABA3-7B01A518AF3C}" type="presOf" srcId="{6CC534D0-7EB3-43D1-99ED-0EFEA2655571}" destId="{BDB6E46F-A9B6-4A1C-A982-96054FB48710}" srcOrd="0" destOrd="0" presId="urn:microsoft.com/office/officeart/2018/5/layout/CenteredIconLabelDescriptionList"/>
    <dgm:cxn modelId="{E6FC23B8-4B15-4D72-B24C-9A681C64B7C2}" srcId="{0C4C8C29-BD00-47EC-84F3-23AD6100D3E1}" destId="{7F445C69-5FDD-4D9B-9957-4D739A5A3062}" srcOrd="0" destOrd="0" parTransId="{EBEE9AC8-C31B-459A-ACFE-57C7C691559B}" sibTransId="{19B7820A-AD64-4F55-8B98-BFEE5FFBF079}"/>
    <dgm:cxn modelId="{00760DBA-7328-4F7B-8105-01719C71AC85}" type="presOf" srcId="{1DE2ABBD-EB5C-46BB-B8A4-4BC664BAC742}" destId="{B036D766-D541-4E3F-8AFD-3F7998DB833A}" srcOrd="0" destOrd="0" presId="urn:microsoft.com/office/officeart/2018/5/layout/CenteredIconLabelDescriptionList"/>
    <dgm:cxn modelId="{05B289C1-C632-403C-B0FE-891DA3F71C89}" srcId="{43C3AF63-9DDB-4434-8383-9E260ADF9669}" destId="{1DE2ABBD-EB5C-46BB-B8A4-4BC664BAC742}" srcOrd="4" destOrd="0" parTransId="{5F7FFB02-6997-4946-9EC7-B0AC09BA5021}" sibTransId="{55375BC0-E040-4CA8-9B69-EF66DB828F10}"/>
    <dgm:cxn modelId="{84D0E3D6-B640-4700-BB33-56FCC40783C5}" srcId="{43C3AF63-9DDB-4434-8383-9E260ADF9669}" destId="{68DC0C0D-E33D-491B-A5D7-740306490AAE}" srcOrd="3" destOrd="0" parTransId="{8811E9BC-27F1-4581-AB8B-DDE1602390C5}" sibTransId="{A56EB707-C4AA-45D3-A777-73588314684B}"/>
    <dgm:cxn modelId="{33F446D8-9614-40B1-8BD4-36AE7F499CE6}" type="presOf" srcId="{9FC64926-80D6-468C-8E78-A291D90FC579}" destId="{2C921484-F2F1-495B-81D0-C14D14426AC3}" srcOrd="0" destOrd="0" presId="urn:microsoft.com/office/officeart/2018/5/layout/CenteredIconLabelDescriptionList"/>
    <dgm:cxn modelId="{51FC79D8-8399-43E8-B36A-24325C664986}" type="presOf" srcId="{198E2FE1-459A-48CA-9E83-326FBBD42693}" destId="{520E8EB5-E612-4A37-A26F-6DA61652F0D9}" srcOrd="0" destOrd="0" presId="urn:microsoft.com/office/officeart/2018/5/layout/CenteredIconLabelDescriptionList"/>
    <dgm:cxn modelId="{6F60D8D9-1C74-4EEC-9C6E-039EFC851A8F}" type="presOf" srcId="{B02A3C23-FD16-46D9-B829-6342826CC344}" destId="{AF227E10-1EA8-45BC-A0BF-39B1DA500579}" srcOrd="0" destOrd="0" presId="urn:microsoft.com/office/officeart/2018/5/layout/CenteredIconLabelDescriptionList"/>
    <dgm:cxn modelId="{B8F06AE2-AC61-4603-84DC-79A8BE4E9FF5}" srcId="{43C3AF63-9DDB-4434-8383-9E260ADF9669}" destId="{F7A18C6C-A90A-42C7-B4F4-92523E6F98B1}" srcOrd="1" destOrd="0" parTransId="{5ED32210-D390-4AF6-85C8-DC370FB1BC63}" sibTransId="{BBEE14B2-3438-4238-BC83-526674EF39D6}"/>
    <dgm:cxn modelId="{2508DEEF-9AA7-4338-96D5-2401C9E753ED}" type="presOf" srcId="{62889D8C-51B0-42F3-B350-0F5AEC1BBC27}" destId="{6EA751AB-F621-44D8-BAFF-0A663A13548F}" srcOrd="0" destOrd="2" presId="urn:microsoft.com/office/officeart/2018/5/layout/CenteredIconLabelDescriptionList"/>
    <dgm:cxn modelId="{838636F3-5304-4609-998F-4754C25B62EC}" srcId="{43C3AF63-9DDB-4434-8383-9E260ADF9669}" destId="{6CC534D0-7EB3-43D1-99ED-0EFEA2655571}" srcOrd="5" destOrd="0" parTransId="{5D4412FE-D20F-42B3-AAFC-6F392632D37F}" sibTransId="{E2E7EDD3-B69F-466D-B448-245B06C66D71}"/>
    <dgm:cxn modelId="{70CAF0F7-5C59-4131-980D-EFB6BF24E926}" srcId="{F7A18C6C-A90A-42C7-B4F4-92523E6F98B1}" destId="{8EF636EC-5C93-4017-AE85-0738D4D50687}" srcOrd="0" destOrd="0" parTransId="{84BECC4E-83BB-4E7D-992F-6D7CF10B893D}" sibTransId="{071127EF-84F9-44E5-B76D-BB015A2C60DC}"/>
    <dgm:cxn modelId="{423A9CF1-87F2-4847-A6C6-A66FDA266CAC}" type="presParOf" srcId="{842372FB-76D9-428E-AA04-EA026D984A31}" destId="{23087574-840C-4E1A-A3A2-5A340FF17998}" srcOrd="0" destOrd="0" presId="urn:microsoft.com/office/officeart/2018/5/layout/CenteredIconLabelDescriptionList"/>
    <dgm:cxn modelId="{38C64386-A30E-4BD6-8259-1866C8768F3E}" type="presParOf" srcId="{23087574-840C-4E1A-A3A2-5A340FF17998}" destId="{F66C42F5-F656-40D9-818B-078C14DB7A21}" srcOrd="0" destOrd="0" presId="urn:microsoft.com/office/officeart/2018/5/layout/CenteredIconLabelDescriptionList"/>
    <dgm:cxn modelId="{144C514F-60FC-493C-97F8-BFF71FFCCAB9}" type="presParOf" srcId="{23087574-840C-4E1A-A3A2-5A340FF17998}" destId="{98A67B8A-6910-49A9-84F4-833F91E71E09}" srcOrd="1" destOrd="0" presId="urn:microsoft.com/office/officeart/2018/5/layout/CenteredIconLabelDescriptionList"/>
    <dgm:cxn modelId="{E3CAB7B0-2518-4125-A8E2-8D11B35FB8A0}" type="presParOf" srcId="{23087574-840C-4E1A-A3A2-5A340FF17998}" destId="{BD213932-675E-4B4A-90AD-C4520A6D7FBF}" srcOrd="2" destOrd="0" presId="urn:microsoft.com/office/officeart/2018/5/layout/CenteredIconLabelDescriptionList"/>
    <dgm:cxn modelId="{31B1F30D-4AFE-43FC-8EFF-F32D1E21DA32}" type="presParOf" srcId="{23087574-840C-4E1A-A3A2-5A340FF17998}" destId="{8A061350-5061-4D6B-BEE4-5858294248A2}" srcOrd="3" destOrd="0" presId="urn:microsoft.com/office/officeart/2018/5/layout/CenteredIconLabelDescriptionList"/>
    <dgm:cxn modelId="{11B0E1AD-D47C-4631-BA86-58E1713491AA}" type="presParOf" srcId="{23087574-840C-4E1A-A3A2-5A340FF17998}" destId="{E4D0F3ED-972F-447C-B19A-AB4BD1E28346}" srcOrd="4" destOrd="0" presId="urn:microsoft.com/office/officeart/2018/5/layout/CenteredIconLabelDescriptionList"/>
    <dgm:cxn modelId="{2F7784F9-6301-481C-9AF6-7F631336C2EE}" type="presParOf" srcId="{842372FB-76D9-428E-AA04-EA026D984A31}" destId="{7B9AE85E-8FC5-4234-9987-56168619A1BF}" srcOrd="1" destOrd="0" presId="urn:microsoft.com/office/officeart/2018/5/layout/CenteredIconLabelDescriptionList"/>
    <dgm:cxn modelId="{D01325BF-E087-4FC4-93EB-1F4C3EE1F832}" type="presParOf" srcId="{842372FB-76D9-428E-AA04-EA026D984A31}" destId="{C6F730B5-5ECF-439E-A8B9-12C7F393D956}" srcOrd="2" destOrd="0" presId="urn:microsoft.com/office/officeart/2018/5/layout/CenteredIconLabelDescriptionList"/>
    <dgm:cxn modelId="{9AF08002-2B91-4B58-8D56-3BAE68FC0AEF}" type="presParOf" srcId="{C6F730B5-5ECF-439E-A8B9-12C7F393D956}" destId="{A818E7BB-DE9F-4482-900D-EE8939519405}" srcOrd="0" destOrd="0" presId="urn:microsoft.com/office/officeart/2018/5/layout/CenteredIconLabelDescriptionList"/>
    <dgm:cxn modelId="{43384A2B-9A6B-4591-9F04-9922A1185AA5}" type="presParOf" srcId="{C6F730B5-5ECF-439E-A8B9-12C7F393D956}" destId="{FBE60390-734A-402D-8696-683208242E82}" srcOrd="1" destOrd="0" presId="urn:microsoft.com/office/officeart/2018/5/layout/CenteredIconLabelDescriptionList"/>
    <dgm:cxn modelId="{E5BC2A0C-D992-4679-9155-2E96CE77EF2D}" type="presParOf" srcId="{C6F730B5-5ECF-439E-A8B9-12C7F393D956}" destId="{841616D7-403C-4020-BF42-75FBA2B934E9}" srcOrd="2" destOrd="0" presId="urn:microsoft.com/office/officeart/2018/5/layout/CenteredIconLabelDescriptionList"/>
    <dgm:cxn modelId="{9FEBF2B3-2057-4E00-9ED4-B2B17CA52399}" type="presParOf" srcId="{C6F730B5-5ECF-439E-A8B9-12C7F393D956}" destId="{603A0A35-3B88-4657-B7FE-9BD3B7718C6A}" srcOrd="3" destOrd="0" presId="urn:microsoft.com/office/officeart/2018/5/layout/CenteredIconLabelDescriptionList"/>
    <dgm:cxn modelId="{D2B57959-F022-4B74-9B91-19E3958AB18A}" type="presParOf" srcId="{C6F730B5-5ECF-439E-A8B9-12C7F393D956}" destId="{6EA751AB-F621-44D8-BAFF-0A663A13548F}" srcOrd="4" destOrd="0" presId="urn:microsoft.com/office/officeart/2018/5/layout/CenteredIconLabelDescriptionList"/>
    <dgm:cxn modelId="{6A47514D-BB50-40E3-B63C-2C98D7FBD7D3}" type="presParOf" srcId="{842372FB-76D9-428E-AA04-EA026D984A31}" destId="{6B754212-B97A-404A-9B85-7CBD97282165}" srcOrd="3" destOrd="0" presId="urn:microsoft.com/office/officeart/2018/5/layout/CenteredIconLabelDescriptionList"/>
    <dgm:cxn modelId="{963B5BE7-AE97-42FE-8F5B-2F7697EFC1CE}" type="presParOf" srcId="{842372FB-76D9-428E-AA04-EA026D984A31}" destId="{F8DB27E4-EA9C-4914-AC2E-B229D3AE192F}" srcOrd="4" destOrd="0" presId="urn:microsoft.com/office/officeart/2018/5/layout/CenteredIconLabelDescriptionList"/>
    <dgm:cxn modelId="{83CB8F0F-A8BC-454A-88E1-4431B3B1EB37}" type="presParOf" srcId="{F8DB27E4-EA9C-4914-AC2E-B229D3AE192F}" destId="{EDEBC971-DB90-4517-9B72-3847545318B0}" srcOrd="0" destOrd="0" presId="urn:microsoft.com/office/officeart/2018/5/layout/CenteredIconLabelDescriptionList"/>
    <dgm:cxn modelId="{07ABC866-90D5-4DF3-8394-99B316D283EE}" type="presParOf" srcId="{F8DB27E4-EA9C-4914-AC2E-B229D3AE192F}" destId="{338EE88B-D8FF-45B5-B67C-ED4ED35ABDC0}" srcOrd="1" destOrd="0" presId="urn:microsoft.com/office/officeart/2018/5/layout/CenteredIconLabelDescriptionList"/>
    <dgm:cxn modelId="{7D7D9E4E-C449-4E87-AA5E-F9B762C9C1D6}" type="presParOf" srcId="{F8DB27E4-EA9C-4914-AC2E-B229D3AE192F}" destId="{A8664A23-3491-46A1-B812-B9D80F14900D}" srcOrd="2" destOrd="0" presId="urn:microsoft.com/office/officeart/2018/5/layout/CenteredIconLabelDescriptionList"/>
    <dgm:cxn modelId="{D2E7C420-C9BB-431F-A682-34434C7F273F}" type="presParOf" srcId="{F8DB27E4-EA9C-4914-AC2E-B229D3AE192F}" destId="{AD6673BA-4795-4C55-8B99-27ACCE24BC68}" srcOrd="3" destOrd="0" presId="urn:microsoft.com/office/officeart/2018/5/layout/CenteredIconLabelDescriptionList"/>
    <dgm:cxn modelId="{21D9FA14-AAB2-486D-AF7F-3B360BAC7D88}" type="presParOf" srcId="{F8DB27E4-EA9C-4914-AC2E-B229D3AE192F}" destId="{520E8EB5-E612-4A37-A26F-6DA61652F0D9}" srcOrd="4" destOrd="0" presId="urn:microsoft.com/office/officeart/2018/5/layout/CenteredIconLabelDescriptionList"/>
    <dgm:cxn modelId="{0F7A89DB-D61D-4B33-BDD9-5B3D1F99804F}" type="presParOf" srcId="{842372FB-76D9-428E-AA04-EA026D984A31}" destId="{7CA373C9-EBB4-4FF0-BFDF-90CE6D26EC93}" srcOrd="5" destOrd="0" presId="urn:microsoft.com/office/officeart/2018/5/layout/CenteredIconLabelDescriptionList"/>
    <dgm:cxn modelId="{3A7F4CE5-CF5F-4C86-B5AF-34858C02373C}" type="presParOf" srcId="{842372FB-76D9-428E-AA04-EA026D984A31}" destId="{6E3C490A-0144-44AF-8E61-81BB5A076D89}" srcOrd="6" destOrd="0" presId="urn:microsoft.com/office/officeart/2018/5/layout/CenteredIconLabelDescriptionList"/>
    <dgm:cxn modelId="{A64ED049-BCA2-4311-85FB-63FF43340FAE}" type="presParOf" srcId="{6E3C490A-0144-44AF-8E61-81BB5A076D89}" destId="{AE14E533-7034-4140-9164-E771D51EF202}" srcOrd="0" destOrd="0" presId="urn:microsoft.com/office/officeart/2018/5/layout/CenteredIconLabelDescriptionList"/>
    <dgm:cxn modelId="{126A670A-01B5-473A-B460-E454FE2DDC1E}" type="presParOf" srcId="{6E3C490A-0144-44AF-8E61-81BB5A076D89}" destId="{B69BA44F-2666-4E04-A0D0-7F044AA3F043}" srcOrd="1" destOrd="0" presId="urn:microsoft.com/office/officeart/2018/5/layout/CenteredIconLabelDescriptionList"/>
    <dgm:cxn modelId="{613688E1-ACE4-44F5-B981-64697C8AB298}" type="presParOf" srcId="{6E3C490A-0144-44AF-8E61-81BB5A076D89}" destId="{7BFCD034-E396-4801-B8AE-A1917070139C}" srcOrd="2" destOrd="0" presId="urn:microsoft.com/office/officeart/2018/5/layout/CenteredIconLabelDescriptionList"/>
    <dgm:cxn modelId="{727661E1-5CB9-43D0-A901-48DE2A238417}" type="presParOf" srcId="{6E3C490A-0144-44AF-8E61-81BB5A076D89}" destId="{5C77F646-E3D5-432C-9317-22D066E86159}" srcOrd="3" destOrd="0" presId="urn:microsoft.com/office/officeart/2018/5/layout/CenteredIconLabelDescriptionList"/>
    <dgm:cxn modelId="{CE7C1A10-5E89-436C-9DCF-DD833897F9B7}" type="presParOf" srcId="{6E3C490A-0144-44AF-8E61-81BB5A076D89}" destId="{AF227E10-1EA8-45BC-A0BF-39B1DA500579}" srcOrd="4" destOrd="0" presId="urn:microsoft.com/office/officeart/2018/5/layout/CenteredIconLabelDescriptionList"/>
    <dgm:cxn modelId="{CA6EE967-69F5-412B-A487-22E78AE08CE1}" type="presParOf" srcId="{842372FB-76D9-428E-AA04-EA026D984A31}" destId="{0462E1E7-D696-4204-8EA2-E524C3F7652B}" srcOrd="7" destOrd="0" presId="urn:microsoft.com/office/officeart/2018/5/layout/CenteredIconLabelDescriptionList"/>
    <dgm:cxn modelId="{4C72C9DC-33BC-495A-B130-5C712777C362}" type="presParOf" srcId="{842372FB-76D9-428E-AA04-EA026D984A31}" destId="{8132F708-5F5F-4395-B8E5-B0B43E25D5A4}" srcOrd="8" destOrd="0" presId="urn:microsoft.com/office/officeart/2018/5/layout/CenteredIconLabelDescriptionList"/>
    <dgm:cxn modelId="{8285C4D0-1D8C-474D-A9CB-2553465E373B}" type="presParOf" srcId="{8132F708-5F5F-4395-B8E5-B0B43E25D5A4}" destId="{9D58796B-4A18-44E6-B85A-AFC3CA9D2BBC}" srcOrd="0" destOrd="0" presId="urn:microsoft.com/office/officeart/2018/5/layout/CenteredIconLabelDescriptionList"/>
    <dgm:cxn modelId="{1A903BB1-4D86-49E1-953F-D75DECBC3DCE}" type="presParOf" srcId="{8132F708-5F5F-4395-B8E5-B0B43E25D5A4}" destId="{60A33E5D-5C09-4A0C-A7D5-9417B523F1B7}" srcOrd="1" destOrd="0" presId="urn:microsoft.com/office/officeart/2018/5/layout/CenteredIconLabelDescriptionList"/>
    <dgm:cxn modelId="{630F7382-AD6A-4225-A294-AFCCC273967A}" type="presParOf" srcId="{8132F708-5F5F-4395-B8E5-B0B43E25D5A4}" destId="{B036D766-D541-4E3F-8AFD-3F7998DB833A}" srcOrd="2" destOrd="0" presId="urn:microsoft.com/office/officeart/2018/5/layout/CenteredIconLabelDescriptionList"/>
    <dgm:cxn modelId="{C6A61041-FB29-4A0F-ABD4-791127D160E0}" type="presParOf" srcId="{8132F708-5F5F-4395-B8E5-B0B43E25D5A4}" destId="{F1B01824-8415-47D0-97CB-CDFA46431381}" srcOrd="3" destOrd="0" presId="urn:microsoft.com/office/officeart/2018/5/layout/CenteredIconLabelDescriptionList"/>
    <dgm:cxn modelId="{B82E3EBF-D2F7-4400-ABF0-96857F4F85E4}" type="presParOf" srcId="{8132F708-5F5F-4395-B8E5-B0B43E25D5A4}" destId="{2C921484-F2F1-495B-81D0-C14D14426AC3}" srcOrd="4" destOrd="0" presId="urn:microsoft.com/office/officeart/2018/5/layout/CenteredIconLabelDescriptionList"/>
    <dgm:cxn modelId="{014FB345-530B-4015-B54F-63688DBCDEEA}" type="presParOf" srcId="{842372FB-76D9-428E-AA04-EA026D984A31}" destId="{EAD17A72-86CD-43A1-9907-96FDED9E4180}" srcOrd="9" destOrd="0" presId="urn:microsoft.com/office/officeart/2018/5/layout/CenteredIconLabelDescriptionList"/>
    <dgm:cxn modelId="{326C94D7-3743-4238-90DB-B4FC48CB1279}" type="presParOf" srcId="{842372FB-76D9-428E-AA04-EA026D984A31}" destId="{ECB7ED1A-AD3F-460F-8820-2520C0CCA824}" srcOrd="10" destOrd="0" presId="urn:microsoft.com/office/officeart/2018/5/layout/CenteredIconLabelDescriptionList"/>
    <dgm:cxn modelId="{AC8675F2-B7B9-4F55-9A74-7BB160533E59}" type="presParOf" srcId="{ECB7ED1A-AD3F-460F-8820-2520C0CCA824}" destId="{BB2440F8-F2EF-49DE-9E96-5062107BBF48}" srcOrd="0" destOrd="0" presId="urn:microsoft.com/office/officeart/2018/5/layout/CenteredIconLabelDescriptionList"/>
    <dgm:cxn modelId="{53DCEB54-D816-4F33-9AF4-E30A04154623}" type="presParOf" srcId="{ECB7ED1A-AD3F-460F-8820-2520C0CCA824}" destId="{633CD15D-42C3-4C0B-B4F8-8C7FB4BD446D}" srcOrd="1" destOrd="0" presId="urn:microsoft.com/office/officeart/2018/5/layout/CenteredIconLabelDescriptionList"/>
    <dgm:cxn modelId="{42A4B48C-413A-4122-8F0D-01802A5E5137}" type="presParOf" srcId="{ECB7ED1A-AD3F-460F-8820-2520C0CCA824}" destId="{BDB6E46F-A9B6-4A1C-A982-96054FB48710}" srcOrd="2" destOrd="0" presId="urn:microsoft.com/office/officeart/2018/5/layout/CenteredIconLabelDescriptionList"/>
    <dgm:cxn modelId="{BDD277F9-D92C-4309-8874-86CF958ADB04}" type="presParOf" srcId="{ECB7ED1A-AD3F-460F-8820-2520C0CCA824}" destId="{A3990189-772F-456F-A2F8-56EA5B615B19}" srcOrd="3" destOrd="0" presId="urn:microsoft.com/office/officeart/2018/5/layout/CenteredIconLabelDescriptionList"/>
    <dgm:cxn modelId="{5485B77C-D238-4443-A4FF-46829C704FAD}" type="presParOf" srcId="{ECB7ED1A-AD3F-460F-8820-2520C0CCA824}" destId="{D7920E50-90AF-416F-977C-D8357DEA531B}"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5DD8ED-86C9-4391-890B-A9E4DDFE5016}"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E2A27F8A-3857-4D84-A469-E817DC1AF013}">
      <dgm:prSet/>
      <dgm:spPr/>
      <dgm:t>
        <a:bodyPr/>
        <a:lstStyle/>
        <a:p>
          <a:pPr>
            <a:defRPr b="1"/>
          </a:pPr>
          <a:r>
            <a:rPr lang="en-CA"/>
            <a:t>Soft Skills</a:t>
          </a:r>
          <a:endParaRPr lang="en-US"/>
        </a:p>
      </dgm:t>
    </dgm:pt>
    <dgm:pt modelId="{D3BBA519-02E0-45F9-B905-FEA57B68C12C}" type="parTrans" cxnId="{905A8836-0593-4B28-BF15-1477779A625A}">
      <dgm:prSet/>
      <dgm:spPr/>
      <dgm:t>
        <a:bodyPr/>
        <a:lstStyle/>
        <a:p>
          <a:endParaRPr lang="en-US"/>
        </a:p>
      </dgm:t>
    </dgm:pt>
    <dgm:pt modelId="{8385478F-C07E-4474-B595-83638964BECC}" type="sibTrans" cxnId="{905A8836-0593-4B28-BF15-1477779A625A}">
      <dgm:prSet/>
      <dgm:spPr/>
      <dgm:t>
        <a:bodyPr/>
        <a:lstStyle/>
        <a:p>
          <a:endParaRPr lang="en-US"/>
        </a:p>
      </dgm:t>
    </dgm:pt>
    <dgm:pt modelId="{0514FD5D-67D1-446F-93E3-B4049A84D755}">
      <dgm:prSet/>
      <dgm:spPr/>
      <dgm:t>
        <a:bodyPr/>
        <a:lstStyle/>
        <a:p>
          <a:pPr algn="l"/>
          <a:r>
            <a:rPr lang="en-CA" dirty="0"/>
            <a:t> Time Management - </a:t>
          </a:r>
          <a:r>
            <a:rPr lang="en-US" dirty="0"/>
            <a:t>Effectively balanced priorities and deadlines.</a:t>
          </a:r>
        </a:p>
      </dgm:t>
    </dgm:pt>
    <dgm:pt modelId="{3F00C1F2-3507-45CC-A962-DEC2C2B4876F}" type="parTrans" cxnId="{4BEC0406-037C-434A-9F57-8000449390BE}">
      <dgm:prSet/>
      <dgm:spPr/>
      <dgm:t>
        <a:bodyPr/>
        <a:lstStyle/>
        <a:p>
          <a:endParaRPr lang="en-US"/>
        </a:p>
      </dgm:t>
    </dgm:pt>
    <dgm:pt modelId="{BD440A22-8261-409F-B767-E5A082D268F2}" type="sibTrans" cxnId="{4BEC0406-037C-434A-9F57-8000449390BE}">
      <dgm:prSet/>
      <dgm:spPr/>
      <dgm:t>
        <a:bodyPr/>
        <a:lstStyle/>
        <a:p>
          <a:endParaRPr lang="en-US"/>
        </a:p>
      </dgm:t>
    </dgm:pt>
    <dgm:pt modelId="{E3B027C0-B9FA-4FAB-9B64-098C6BB237E4}">
      <dgm:prSet/>
      <dgm:spPr/>
      <dgm:t>
        <a:bodyPr/>
        <a:lstStyle/>
        <a:p>
          <a:pPr algn="l"/>
          <a:r>
            <a:rPr lang="en-CA" dirty="0"/>
            <a:t> Resilience - </a:t>
          </a:r>
          <a:r>
            <a:rPr lang="en-US" dirty="0"/>
            <a:t>Persisted through debugging, blockers, and deployment setbacks.</a:t>
          </a:r>
        </a:p>
      </dgm:t>
    </dgm:pt>
    <dgm:pt modelId="{89800CD0-05F5-43A2-A898-0955DA7B3657}" type="parTrans" cxnId="{BB8A537F-F375-46DE-93CB-EB146D4BABE3}">
      <dgm:prSet/>
      <dgm:spPr/>
      <dgm:t>
        <a:bodyPr/>
        <a:lstStyle/>
        <a:p>
          <a:endParaRPr lang="en-US"/>
        </a:p>
      </dgm:t>
    </dgm:pt>
    <dgm:pt modelId="{5DAE7335-DDE9-45BE-B56E-08D7457DD1FF}" type="sibTrans" cxnId="{BB8A537F-F375-46DE-93CB-EB146D4BABE3}">
      <dgm:prSet/>
      <dgm:spPr/>
      <dgm:t>
        <a:bodyPr/>
        <a:lstStyle/>
        <a:p>
          <a:endParaRPr lang="en-US"/>
        </a:p>
      </dgm:t>
    </dgm:pt>
    <dgm:pt modelId="{16C79B8C-DD16-4F41-913B-AF4CB6E435EC}">
      <dgm:prSet/>
      <dgm:spPr/>
      <dgm:t>
        <a:bodyPr/>
        <a:lstStyle/>
        <a:p>
          <a:pPr algn="l"/>
          <a:r>
            <a:rPr lang="en-CA" dirty="0"/>
            <a:t> Problem-Solving &amp; Critical Thinking – </a:t>
          </a:r>
          <a:r>
            <a:rPr lang="en-US" dirty="0"/>
            <a:t>These skills are essential in steering a project back on track, especially when things aren't going as planned.</a:t>
          </a:r>
        </a:p>
      </dgm:t>
    </dgm:pt>
    <dgm:pt modelId="{350054A0-2FB2-41EE-A557-EE5CFD38E77A}" type="parTrans" cxnId="{A7510C19-C2E2-460A-9611-E0E42276C857}">
      <dgm:prSet/>
      <dgm:spPr/>
      <dgm:t>
        <a:bodyPr/>
        <a:lstStyle/>
        <a:p>
          <a:endParaRPr lang="en-US"/>
        </a:p>
      </dgm:t>
    </dgm:pt>
    <dgm:pt modelId="{5611F75F-28C9-4E80-B567-550712D9B479}" type="sibTrans" cxnId="{A7510C19-C2E2-460A-9611-E0E42276C857}">
      <dgm:prSet/>
      <dgm:spPr/>
      <dgm:t>
        <a:bodyPr/>
        <a:lstStyle/>
        <a:p>
          <a:endParaRPr lang="en-US"/>
        </a:p>
      </dgm:t>
    </dgm:pt>
    <dgm:pt modelId="{673A430E-29DE-4B55-A22D-C3FD0D34AF9F}">
      <dgm:prSet/>
      <dgm:spPr/>
      <dgm:t>
        <a:bodyPr/>
        <a:lstStyle/>
        <a:p>
          <a:pPr algn="l"/>
          <a:r>
            <a:rPr lang="en-CA" dirty="0"/>
            <a:t> Working under pressure - </a:t>
          </a:r>
          <a:r>
            <a:rPr lang="en-US" dirty="0"/>
            <a:t>Delivered consistent results even in high-stress moments.</a:t>
          </a:r>
        </a:p>
      </dgm:t>
    </dgm:pt>
    <dgm:pt modelId="{AB52AEAC-C04A-4532-82E8-D80C2ED5BEB8}" type="parTrans" cxnId="{D816EA2C-3658-4A89-9339-0363FCA64091}">
      <dgm:prSet/>
      <dgm:spPr/>
      <dgm:t>
        <a:bodyPr/>
        <a:lstStyle/>
        <a:p>
          <a:endParaRPr lang="en-US"/>
        </a:p>
      </dgm:t>
    </dgm:pt>
    <dgm:pt modelId="{26F48DFE-EB33-4C1E-8C48-1382A9E9FD5A}" type="sibTrans" cxnId="{D816EA2C-3658-4A89-9339-0363FCA64091}">
      <dgm:prSet/>
      <dgm:spPr/>
      <dgm:t>
        <a:bodyPr/>
        <a:lstStyle/>
        <a:p>
          <a:endParaRPr lang="en-US"/>
        </a:p>
      </dgm:t>
    </dgm:pt>
    <dgm:pt modelId="{E92F3F57-576B-43FA-844D-F4B13CE24145}">
      <dgm:prSet/>
      <dgm:spPr/>
      <dgm:t>
        <a:bodyPr/>
        <a:lstStyle/>
        <a:p>
          <a:pPr algn="l"/>
          <a:r>
            <a:rPr lang="en-US" dirty="0"/>
            <a:t> Self-Discipline &amp; Independence – Maintained consistent progress with minimal supervision.</a:t>
          </a:r>
        </a:p>
      </dgm:t>
    </dgm:pt>
    <dgm:pt modelId="{D6E98491-160F-4EC5-8AEC-C84962811786}" type="parTrans" cxnId="{19DC916E-F3CA-4951-BA79-08399DEF0008}">
      <dgm:prSet/>
      <dgm:spPr/>
      <dgm:t>
        <a:bodyPr/>
        <a:lstStyle/>
        <a:p>
          <a:endParaRPr lang="en-US"/>
        </a:p>
      </dgm:t>
    </dgm:pt>
    <dgm:pt modelId="{630D80DE-FEEB-41CF-839D-DC4EC867AE46}" type="sibTrans" cxnId="{19DC916E-F3CA-4951-BA79-08399DEF0008}">
      <dgm:prSet/>
      <dgm:spPr/>
      <dgm:t>
        <a:bodyPr/>
        <a:lstStyle/>
        <a:p>
          <a:endParaRPr lang="en-US"/>
        </a:p>
      </dgm:t>
    </dgm:pt>
    <dgm:pt modelId="{6E8A9FA1-9434-4174-9275-D41ECD6D02DE}">
      <dgm:prSet/>
      <dgm:spPr/>
      <dgm:t>
        <a:bodyPr/>
        <a:lstStyle/>
        <a:p>
          <a:pPr>
            <a:defRPr b="1"/>
          </a:pPr>
          <a:r>
            <a:rPr lang="en-CA"/>
            <a:t>Technical Skills</a:t>
          </a:r>
          <a:endParaRPr lang="en-US"/>
        </a:p>
      </dgm:t>
    </dgm:pt>
    <dgm:pt modelId="{F667D0CB-D812-4C20-B946-98566B8024DB}" type="parTrans" cxnId="{E674E50D-2EEE-4ED5-89AC-C823CA6C50D0}">
      <dgm:prSet/>
      <dgm:spPr/>
      <dgm:t>
        <a:bodyPr/>
        <a:lstStyle/>
        <a:p>
          <a:endParaRPr lang="en-US"/>
        </a:p>
      </dgm:t>
    </dgm:pt>
    <dgm:pt modelId="{0BD4A250-F891-4CD5-BC6E-96A9551537CA}" type="sibTrans" cxnId="{E674E50D-2EEE-4ED5-89AC-C823CA6C50D0}">
      <dgm:prSet/>
      <dgm:spPr/>
      <dgm:t>
        <a:bodyPr/>
        <a:lstStyle/>
        <a:p>
          <a:endParaRPr lang="en-US"/>
        </a:p>
      </dgm:t>
    </dgm:pt>
    <dgm:pt modelId="{34A27C11-475A-442B-95B7-E96F11247CED}">
      <dgm:prSet/>
      <dgm:spPr/>
      <dgm:t>
        <a:bodyPr/>
        <a:lstStyle/>
        <a:p>
          <a:r>
            <a:rPr lang="en-US" dirty="0"/>
            <a:t> Full-Stack Development – Built and integrated frontend, backend, and database components.</a:t>
          </a:r>
        </a:p>
      </dgm:t>
    </dgm:pt>
    <dgm:pt modelId="{464F9955-9C32-443C-8299-402FE27DBB5E}" type="parTrans" cxnId="{87036978-3E23-46A5-84B5-051939F4537B}">
      <dgm:prSet/>
      <dgm:spPr/>
      <dgm:t>
        <a:bodyPr/>
        <a:lstStyle/>
        <a:p>
          <a:endParaRPr lang="en-US"/>
        </a:p>
      </dgm:t>
    </dgm:pt>
    <dgm:pt modelId="{779C7A42-795D-4140-A16C-A0BD1A0410E0}" type="sibTrans" cxnId="{87036978-3E23-46A5-84B5-051939F4537B}">
      <dgm:prSet/>
      <dgm:spPr/>
      <dgm:t>
        <a:bodyPr/>
        <a:lstStyle/>
        <a:p>
          <a:endParaRPr lang="en-US"/>
        </a:p>
      </dgm:t>
    </dgm:pt>
    <dgm:pt modelId="{8DEDA71E-3057-4D39-BE19-DFBDA36BAB01}">
      <dgm:prSet/>
      <dgm:spPr/>
      <dgm:t>
        <a:bodyPr/>
        <a:lstStyle/>
        <a:p>
          <a:r>
            <a:rPr lang="en-US" dirty="0"/>
            <a:t> API &amp; NLP Integration – Implemented Yelp API and </a:t>
          </a:r>
          <a:r>
            <a:rPr lang="en-US" dirty="0" err="1"/>
            <a:t>spaCy</a:t>
          </a:r>
          <a:r>
            <a:rPr lang="en-US" dirty="0"/>
            <a:t> for dynamic, smart responses.</a:t>
          </a:r>
        </a:p>
      </dgm:t>
    </dgm:pt>
    <dgm:pt modelId="{2DA6D185-683C-4FD2-AD5F-3D1C59DBD406}" type="parTrans" cxnId="{6A3A5E24-0805-4EE5-9C59-83E28EB8CC1F}">
      <dgm:prSet/>
      <dgm:spPr/>
      <dgm:t>
        <a:bodyPr/>
        <a:lstStyle/>
        <a:p>
          <a:endParaRPr lang="en-US"/>
        </a:p>
      </dgm:t>
    </dgm:pt>
    <dgm:pt modelId="{3C819032-EF46-4717-9299-7571DD01E385}" type="sibTrans" cxnId="{6A3A5E24-0805-4EE5-9C59-83E28EB8CC1F}">
      <dgm:prSet/>
      <dgm:spPr/>
      <dgm:t>
        <a:bodyPr/>
        <a:lstStyle/>
        <a:p>
          <a:endParaRPr lang="en-US"/>
        </a:p>
      </dgm:t>
    </dgm:pt>
    <dgm:pt modelId="{FBDF8268-1250-43FC-ADC5-A383BEB15C29}">
      <dgm:prSet/>
      <dgm:spPr/>
      <dgm:t>
        <a:bodyPr/>
        <a:lstStyle/>
        <a:p>
          <a:r>
            <a:rPr lang="en-US" dirty="0"/>
            <a:t> Deployment Experience – Managed real-world issues like CORS and route handling in production.</a:t>
          </a:r>
        </a:p>
      </dgm:t>
    </dgm:pt>
    <dgm:pt modelId="{D294A449-E449-445E-AD68-E3206FFCB67E}" type="parTrans" cxnId="{F33FF1BE-B0FB-4BAE-896A-4EEE8E732D4F}">
      <dgm:prSet/>
      <dgm:spPr/>
      <dgm:t>
        <a:bodyPr/>
        <a:lstStyle/>
        <a:p>
          <a:endParaRPr lang="en-US"/>
        </a:p>
      </dgm:t>
    </dgm:pt>
    <dgm:pt modelId="{6B57B68D-5FA0-4199-B07E-7C65611EDF54}" type="sibTrans" cxnId="{F33FF1BE-B0FB-4BAE-896A-4EEE8E732D4F}">
      <dgm:prSet/>
      <dgm:spPr/>
      <dgm:t>
        <a:bodyPr/>
        <a:lstStyle/>
        <a:p>
          <a:endParaRPr lang="en-US"/>
        </a:p>
      </dgm:t>
    </dgm:pt>
    <dgm:pt modelId="{49AB2ECC-6BFE-4F60-B05B-D31FF2D60F7C}">
      <dgm:prSet/>
      <dgm:spPr/>
      <dgm:t>
        <a:bodyPr/>
        <a:lstStyle/>
        <a:p>
          <a:r>
            <a:rPr lang="en-US" dirty="0"/>
            <a:t> Understanding of Asynchronous Schedulers – Used </a:t>
          </a:r>
          <a:r>
            <a:rPr lang="en-US" dirty="0" err="1"/>
            <a:t>APScheduler</a:t>
          </a:r>
          <a:r>
            <a:rPr lang="en-US" dirty="0"/>
            <a:t> to automate daily email reminders.</a:t>
          </a:r>
        </a:p>
      </dgm:t>
    </dgm:pt>
    <dgm:pt modelId="{21019DE8-4550-4720-B847-E22B3206F402}" type="parTrans" cxnId="{B08DF7BB-1305-4307-B68A-A77EED4FBE14}">
      <dgm:prSet/>
      <dgm:spPr/>
      <dgm:t>
        <a:bodyPr/>
        <a:lstStyle/>
        <a:p>
          <a:endParaRPr lang="en-US"/>
        </a:p>
      </dgm:t>
    </dgm:pt>
    <dgm:pt modelId="{D0C2FD00-C227-42CA-8E98-7873388ED89F}" type="sibTrans" cxnId="{B08DF7BB-1305-4307-B68A-A77EED4FBE14}">
      <dgm:prSet/>
      <dgm:spPr/>
      <dgm:t>
        <a:bodyPr/>
        <a:lstStyle/>
        <a:p>
          <a:endParaRPr lang="en-US"/>
        </a:p>
      </dgm:t>
    </dgm:pt>
    <dgm:pt modelId="{42D7F816-368B-4731-A640-F58AE40BC435}" type="pres">
      <dgm:prSet presAssocID="{F85DD8ED-86C9-4391-890B-A9E4DDFE5016}" presName="Name0" presStyleCnt="0">
        <dgm:presLayoutVars>
          <dgm:dir/>
          <dgm:animLvl val="lvl"/>
          <dgm:resizeHandles val="exact"/>
        </dgm:presLayoutVars>
      </dgm:prSet>
      <dgm:spPr/>
    </dgm:pt>
    <dgm:pt modelId="{975A26D8-EF1C-4762-BD93-FEB433EA54CE}" type="pres">
      <dgm:prSet presAssocID="{E2A27F8A-3857-4D84-A469-E817DC1AF013}" presName="linNode" presStyleCnt="0"/>
      <dgm:spPr/>
    </dgm:pt>
    <dgm:pt modelId="{648845E9-D4D1-4060-A5AE-C056A23B2495}" type="pres">
      <dgm:prSet presAssocID="{E2A27F8A-3857-4D84-A469-E817DC1AF013}" presName="parentText" presStyleLbl="node1" presStyleIdx="0" presStyleCnt="2">
        <dgm:presLayoutVars>
          <dgm:chMax val="1"/>
          <dgm:bulletEnabled val="1"/>
        </dgm:presLayoutVars>
      </dgm:prSet>
      <dgm:spPr/>
    </dgm:pt>
    <dgm:pt modelId="{6018F65A-8701-4AA2-8886-50008EF93814}" type="pres">
      <dgm:prSet presAssocID="{E2A27F8A-3857-4D84-A469-E817DC1AF013}" presName="descendantText" presStyleLbl="alignAccFollowNode1" presStyleIdx="0" presStyleCnt="2">
        <dgm:presLayoutVars>
          <dgm:bulletEnabled val="1"/>
        </dgm:presLayoutVars>
      </dgm:prSet>
      <dgm:spPr/>
    </dgm:pt>
    <dgm:pt modelId="{6D48D217-1661-42A7-9C39-5F1710195DA7}" type="pres">
      <dgm:prSet presAssocID="{8385478F-C07E-4474-B595-83638964BECC}" presName="sp" presStyleCnt="0"/>
      <dgm:spPr/>
    </dgm:pt>
    <dgm:pt modelId="{954A4A7C-AE2E-497D-9053-2E8A903160F0}" type="pres">
      <dgm:prSet presAssocID="{6E8A9FA1-9434-4174-9275-D41ECD6D02DE}" presName="linNode" presStyleCnt="0"/>
      <dgm:spPr/>
    </dgm:pt>
    <dgm:pt modelId="{E9B4BCAD-6616-4A83-9BE0-6E9E8DD34EA8}" type="pres">
      <dgm:prSet presAssocID="{6E8A9FA1-9434-4174-9275-D41ECD6D02DE}" presName="parentText" presStyleLbl="node1" presStyleIdx="1" presStyleCnt="2">
        <dgm:presLayoutVars>
          <dgm:chMax val="1"/>
          <dgm:bulletEnabled val="1"/>
        </dgm:presLayoutVars>
      </dgm:prSet>
      <dgm:spPr/>
    </dgm:pt>
    <dgm:pt modelId="{9C03A7BC-90BE-46B6-AC38-550AEF52F4B1}" type="pres">
      <dgm:prSet presAssocID="{6E8A9FA1-9434-4174-9275-D41ECD6D02DE}" presName="descendantText" presStyleLbl="alignAccFollowNode1" presStyleIdx="1" presStyleCnt="2">
        <dgm:presLayoutVars>
          <dgm:bulletEnabled val="1"/>
        </dgm:presLayoutVars>
      </dgm:prSet>
      <dgm:spPr/>
    </dgm:pt>
  </dgm:ptLst>
  <dgm:cxnLst>
    <dgm:cxn modelId="{6B634103-C59B-4DDD-AD2E-C88B4EAA13A7}" type="presOf" srcId="{FBDF8268-1250-43FC-ADC5-A383BEB15C29}" destId="{9C03A7BC-90BE-46B6-AC38-550AEF52F4B1}" srcOrd="0" destOrd="2" presId="urn:microsoft.com/office/officeart/2005/8/layout/vList5"/>
    <dgm:cxn modelId="{4BEC0406-037C-434A-9F57-8000449390BE}" srcId="{E2A27F8A-3857-4D84-A469-E817DC1AF013}" destId="{0514FD5D-67D1-446F-93E3-B4049A84D755}" srcOrd="0" destOrd="0" parTransId="{3F00C1F2-3507-45CC-A962-DEC2C2B4876F}" sibTransId="{BD440A22-8261-409F-B767-E5A082D268F2}"/>
    <dgm:cxn modelId="{4430500B-0011-4891-B079-A483AC9B1439}" type="presOf" srcId="{E2A27F8A-3857-4D84-A469-E817DC1AF013}" destId="{648845E9-D4D1-4060-A5AE-C056A23B2495}" srcOrd="0" destOrd="0" presId="urn:microsoft.com/office/officeart/2005/8/layout/vList5"/>
    <dgm:cxn modelId="{E674E50D-2EEE-4ED5-89AC-C823CA6C50D0}" srcId="{F85DD8ED-86C9-4391-890B-A9E4DDFE5016}" destId="{6E8A9FA1-9434-4174-9275-D41ECD6D02DE}" srcOrd="1" destOrd="0" parTransId="{F667D0CB-D812-4C20-B946-98566B8024DB}" sibTransId="{0BD4A250-F891-4CD5-BC6E-96A9551537CA}"/>
    <dgm:cxn modelId="{A7510C19-C2E2-460A-9611-E0E42276C857}" srcId="{E2A27F8A-3857-4D84-A469-E817DC1AF013}" destId="{16C79B8C-DD16-4F41-913B-AF4CB6E435EC}" srcOrd="2" destOrd="0" parTransId="{350054A0-2FB2-41EE-A557-EE5CFD38E77A}" sibTransId="{5611F75F-28C9-4E80-B567-550712D9B479}"/>
    <dgm:cxn modelId="{191A5C1B-8017-46B5-8FD7-6532A180E560}" type="presOf" srcId="{8DEDA71E-3057-4D39-BE19-DFBDA36BAB01}" destId="{9C03A7BC-90BE-46B6-AC38-550AEF52F4B1}" srcOrd="0" destOrd="1" presId="urn:microsoft.com/office/officeart/2005/8/layout/vList5"/>
    <dgm:cxn modelId="{6A3A5E24-0805-4EE5-9C59-83E28EB8CC1F}" srcId="{6E8A9FA1-9434-4174-9275-D41ECD6D02DE}" destId="{8DEDA71E-3057-4D39-BE19-DFBDA36BAB01}" srcOrd="1" destOrd="0" parTransId="{2DA6D185-683C-4FD2-AD5F-3D1C59DBD406}" sibTransId="{3C819032-EF46-4717-9299-7571DD01E385}"/>
    <dgm:cxn modelId="{D816EA2C-3658-4A89-9339-0363FCA64091}" srcId="{E2A27F8A-3857-4D84-A469-E817DC1AF013}" destId="{673A430E-29DE-4B55-A22D-C3FD0D34AF9F}" srcOrd="3" destOrd="0" parTransId="{AB52AEAC-C04A-4532-82E8-D80C2ED5BEB8}" sibTransId="{26F48DFE-EB33-4C1E-8C48-1382A9E9FD5A}"/>
    <dgm:cxn modelId="{905A8836-0593-4B28-BF15-1477779A625A}" srcId="{F85DD8ED-86C9-4391-890B-A9E4DDFE5016}" destId="{E2A27F8A-3857-4D84-A469-E817DC1AF013}" srcOrd="0" destOrd="0" parTransId="{D3BBA519-02E0-45F9-B905-FEA57B68C12C}" sibTransId="{8385478F-C07E-4474-B595-83638964BECC}"/>
    <dgm:cxn modelId="{8BF28F39-34BE-40CA-BB5C-1DD112470D7C}" type="presOf" srcId="{0514FD5D-67D1-446F-93E3-B4049A84D755}" destId="{6018F65A-8701-4AA2-8886-50008EF93814}" srcOrd="0" destOrd="0" presId="urn:microsoft.com/office/officeart/2005/8/layout/vList5"/>
    <dgm:cxn modelId="{35E2B662-F90E-4CA2-8496-0D404BFBA6F8}" type="presOf" srcId="{6E8A9FA1-9434-4174-9275-D41ECD6D02DE}" destId="{E9B4BCAD-6616-4A83-9BE0-6E9E8DD34EA8}" srcOrd="0" destOrd="0" presId="urn:microsoft.com/office/officeart/2005/8/layout/vList5"/>
    <dgm:cxn modelId="{D3B2FA47-C160-4194-8C7A-CA17BAA9C48E}" type="presOf" srcId="{16C79B8C-DD16-4F41-913B-AF4CB6E435EC}" destId="{6018F65A-8701-4AA2-8886-50008EF93814}" srcOrd="0" destOrd="2" presId="urn:microsoft.com/office/officeart/2005/8/layout/vList5"/>
    <dgm:cxn modelId="{2DC5374C-2C2A-49C0-9B3C-B2FF78002563}" type="presOf" srcId="{34A27C11-475A-442B-95B7-E96F11247CED}" destId="{9C03A7BC-90BE-46B6-AC38-550AEF52F4B1}" srcOrd="0" destOrd="0" presId="urn:microsoft.com/office/officeart/2005/8/layout/vList5"/>
    <dgm:cxn modelId="{A127D14D-6C71-471D-AE8F-076224190307}" type="presOf" srcId="{E92F3F57-576B-43FA-844D-F4B13CE24145}" destId="{6018F65A-8701-4AA2-8886-50008EF93814}" srcOrd="0" destOrd="4" presId="urn:microsoft.com/office/officeart/2005/8/layout/vList5"/>
    <dgm:cxn modelId="{19DC916E-F3CA-4951-BA79-08399DEF0008}" srcId="{E2A27F8A-3857-4D84-A469-E817DC1AF013}" destId="{E92F3F57-576B-43FA-844D-F4B13CE24145}" srcOrd="4" destOrd="0" parTransId="{D6E98491-160F-4EC5-8AEC-C84962811786}" sibTransId="{630D80DE-FEEB-41CF-839D-DC4EC867AE46}"/>
    <dgm:cxn modelId="{9287E04F-6392-46DF-9DC6-F4028792D5E2}" type="presOf" srcId="{49AB2ECC-6BFE-4F60-B05B-D31FF2D60F7C}" destId="{9C03A7BC-90BE-46B6-AC38-550AEF52F4B1}" srcOrd="0" destOrd="3" presId="urn:microsoft.com/office/officeart/2005/8/layout/vList5"/>
    <dgm:cxn modelId="{87036978-3E23-46A5-84B5-051939F4537B}" srcId="{6E8A9FA1-9434-4174-9275-D41ECD6D02DE}" destId="{34A27C11-475A-442B-95B7-E96F11247CED}" srcOrd="0" destOrd="0" parTransId="{464F9955-9C32-443C-8299-402FE27DBB5E}" sibTransId="{779C7A42-795D-4140-A16C-A0BD1A0410E0}"/>
    <dgm:cxn modelId="{F7D9AD79-E98B-45C1-823A-FFE1D6B2386E}" type="presOf" srcId="{F85DD8ED-86C9-4391-890B-A9E4DDFE5016}" destId="{42D7F816-368B-4731-A640-F58AE40BC435}" srcOrd="0" destOrd="0" presId="urn:microsoft.com/office/officeart/2005/8/layout/vList5"/>
    <dgm:cxn modelId="{BB8A537F-F375-46DE-93CB-EB146D4BABE3}" srcId="{E2A27F8A-3857-4D84-A469-E817DC1AF013}" destId="{E3B027C0-B9FA-4FAB-9B64-098C6BB237E4}" srcOrd="1" destOrd="0" parTransId="{89800CD0-05F5-43A2-A898-0955DA7B3657}" sibTransId="{5DAE7335-DDE9-45BE-B56E-08D7457DD1FF}"/>
    <dgm:cxn modelId="{A84F7187-25D7-4B52-99D9-3D6DC362E73C}" type="presOf" srcId="{673A430E-29DE-4B55-A22D-C3FD0D34AF9F}" destId="{6018F65A-8701-4AA2-8886-50008EF93814}" srcOrd="0" destOrd="3" presId="urn:microsoft.com/office/officeart/2005/8/layout/vList5"/>
    <dgm:cxn modelId="{43C6A1AB-AC8A-4ECB-BEDE-A4E0FC6E8011}" type="presOf" srcId="{E3B027C0-B9FA-4FAB-9B64-098C6BB237E4}" destId="{6018F65A-8701-4AA2-8886-50008EF93814}" srcOrd="0" destOrd="1" presId="urn:microsoft.com/office/officeart/2005/8/layout/vList5"/>
    <dgm:cxn modelId="{B08DF7BB-1305-4307-B68A-A77EED4FBE14}" srcId="{6E8A9FA1-9434-4174-9275-D41ECD6D02DE}" destId="{49AB2ECC-6BFE-4F60-B05B-D31FF2D60F7C}" srcOrd="3" destOrd="0" parTransId="{21019DE8-4550-4720-B847-E22B3206F402}" sibTransId="{D0C2FD00-C227-42CA-8E98-7873388ED89F}"/>
    <dgm:cxn modelId="{F33FF1BE-B0FB-4BAE-896A-4EEE8E732D4F}" srcId="{6E8A9FA1-9434-4174-9275-D41ECD6D02DE}" destId="{FBDF8268-1250-43FC-ADC5-A383BEB15C29}" srcOrd="2" destOrd="0" parTransId="{D294A449-E449-445E-AD68-E3206FFCB67E}" sibTransId="{6B57B68D-5FA0-4199-B07E-7C65611EDF54}"/>
    <dgm:cxn modelId="{19C1401C-685D-457E-AF38-4A236B67D818}" type="presParOf" srcId="{42D7F816-368B-4731-A640-F58AE40BC435}" destId="{975A26D8-EF1C-4762-BD93-FEB433EA54CE}" srcOrd="0" destOrd="0" presId="urn:microsoft.com/office/officeart/2005/8/layout/vList5"/>
    <dgm:cxn modelId="{7586D9D8-45E2-4774-930E-B4A3BB20AC55}" type="presParOf" srcId="{975A26D8-EF1C-4762-BD93-FEB433EA54CE}" destId="{648845E9-D4D1-4060-A5AE-C056A23B2495}" srcOrd="0" destOrd="0" presId="urn:microsoft.com/office/officeart/2005/8/layout/vList5"/>
    <dgm:cxn modelId="{131496B0-AE4A-4126-82D9-B035B4271282}" type="presParOf" srcId="{975A26D8-EF1C-4762-BD93-FEB433EA54CE}" destId="{6018F65A-8701-4AA2-8886-50008EF93814}" srcOrd="1" destOrd="0" presId="urn:microsoft.com/office/officeart/2005/8/layout/vList5"/>
    <dgm:cxn modelId="{513AAFFD-47F9-4339-B394-3E7C4CADCE75}" type="presParOf" srcId="{42D7F816-368B-4731-A640-F58AE40BC435}" destId="{6D48D217-1661-42A7-9C39-5F1710195DA7}" srcOrd="1" destOrd="0" presId="urn:microsoft.com/office/officeart/2005/8/layout/vList5"/>
    <dgm:cxn modelId="{50CAB58D-C131-4027-97CA-EC3A65D9FFCE}" type="presParOf" srcId="{42D7F816-368B-4731-A640-F58AE40BC435}" destId="{954A4A7C-AE2E-497D-9053-2E8A903160F0}" srcOrd="2" destOrd="0" presId="urn:microsoft.com/office/officeart/2005/8/layout/vList5"/>
    <dgm:cxn modelId="{A1261C1C-9742-4CB8-BF0A-662AEA122B02}" type="presParOf" srcId="{954A4A7C-AE2E-497D-9053-2E8A903160F0}" destId="{E9B4BCAD-6616-4A83-9BE0-6E9E8DD34EA8}" srcOrd="0" destOrd="0" presId="urn:microsoft.com/office/officeart/2005/8/layout/vList5"/>
    <dgm:cxn modelId="{E0141014-A1E6-4C6E-BBDC-E0105354581C}" type="presParOf" srcId="{954A4A7C-AE2E-497D-9053-2E8A903160F0}" destId="{9C03A7BC-90BE-46B6-AC38-550AEF52F4B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17CE16-97AA-4C0A-A9E1-9953370C3678}">
      <dsp:nvSpPr>
        <dsp:cNvPr id="0" name=""/>
        <dsp:cNvSpPr/>
      </dsp:nvSpPr>
      <dsp:spPr>
        <a:xfrm>
          <a:off x="25368"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7A5408-B772-4DF8-A1F6-D294A242326F}">
      <dsp:nvSpPr>
        <dsp:cNvPr id="0" name=""/>
        <dsp:cNvSpPr/>
      </dsp:nvSpPr>
      <dsp:spPr>
        <a:xfrm>
          <a:off x="252752" y="1022877"/>
          <a:ext cx="628012" cy="6280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5238C6-4347-44AF-821A-B7F981A18D28}">
      <dsp:nvSpPr>
        <dsp:cNvPr id="0" name=""/>
        <dsp:cNvSpPr/>
      </dsp:nvSpPr>
      <dsp:spPr>
        <a:xfrm>
          <a:off x="1340173"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t>Centralizes all pet data — including profiles, reminders, and favorites — in one easy-to-manage dashboard. </a:t>
          </a:r>
        </a:p>
      </dsp:txBody>
      <dsp:txXfrm>
        <a:off x="1340173" y="795493"/>
        <a:ext cx="2552269" cy="1082781"/>
      </dsp:txXfrm>
    </dsp:sp>
    <dsp:sp modelId="{24502D8C-DD40-47A2-9755-7E4B6C943676}">
      <dsp:nvSpPr>
        <dsp:cNvPr id="0" name=""/>
        <dsp:cNvSpPr/>
      </dsp:nvSpPr>
      <dsp:spPr>
        <a:xfrm>
          <a:off x="4337156"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38E601-A5BD-4DE8-8D2E-9863A85A7E7A}">
      <dsp:nvSpPr>
        <dsp:cNvPr id="0" name=""/>
        <dsp:cNvSpPr/>
      </dsp:nvSpPr>
      <dsp:spPr>
        <a:xfrm>
          <a:off x="4564540" y="1022877"/>
          <a:ext cx="628012" cy="6280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C744EB-2DCD-4D6A-BF12-CBBDFBC1CCB2}">
      <dsp:nvSpPr>
        <dsp:cNvPr id="0" name=""/>
        <dsp:cNvSpPr/>
      </dsp:nvSpPr>
      <dsp:spPr>
        <a:xfrm>
          <a:off x="5651962"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t>Keeps pet owners on track with important care routines like grooming and vaccinations.</a:t>
          </a:r>
        </a:p>
      </dsp:txBody>
      <dsp:txXfrm>
        <a:off x="5651962" y="795493"/>
        <a:ext cx="2552269" cy="1082781"/>
      </dsp:txXfrm>
    </dsp:sp>
    <dsp:sp modelId="{CB3BFFA3-8812-4D0B-94D8-3E8215AD24B2}">
      <dsp:nvSpPr>
        <dsp:cNvPr id="0" name=""/>
        <dsp:cNvSpPr/>
      </dsp:nvSpPr>
      <dsp:spPr>
        <a:xfrm>
          <a:off x="25368"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CB13C8-C317-4CEA-9CE0-BB28D308F447}">
      <dsp:nvSpPr>
        <dsp:cNvPr id="0" name=""/>
        <dsp:cNvSpPr/>
      </dsp:nvSpPr>
      <dsp:spPr>
        <a:xfrm>
          <a:off x="252752" y="2875072"/>
          <a:ext cx="628012" cy="6280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62CABE-03CF-4E43-AAD5-C3BAC059AD81}">
      <dsp:nvSpPr>
        <dsp:cNvPr id="0" name=""/>
        <dsp:cNvSpPr/>
      </dsp:nvSpPr>
      <dsp:spPr>
        <a:xfrm>
          <a:off x="1340173"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t>Minimizes the risk of missed schedules by sending timely, automated reminders.</a:t>
          </a:r>
        </a:p>
      </dsp:txBody>
      <dsp:txXfrm>
        <a:off x="1340173" y="2647688"/>
        <a:ext cx="2552269" cy="1082781"/>
      </dsp:txXfrm>
    </dsp:sp>
    <dsp:sp modelId="{6289AC02-1DAB-4F20-A562-E66FCBC08CAE}">
      <dsp:nvSpPr>
        <dsp:cNvPr id="0" name=""/>
        <dsp:cNvSpPr/>
      </dsp:nvSpPr>
      <dsp:spPr>
        <a:xfrm>
          <a:off x="4337156"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DD458E-1586-4AAE-A082-4F84824D647E}">
      <dsp:nvSpPr>
        <dsp:cNvPr id="0" name=""/>
        <dsp:cNvSpPr/>
      </dsp:nvSpPr>
      <dsp:spPr>
        <a:xfrm>
          <a:off x="4564540" y="2875072"/>
          <a:ext cx="628012" cy="6280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F93F21-53B4-4265-83F8-24C57FA03A2B}">
      <dsp:nvSpPr>
        <dsp:cNvPr id="0" name=""/>
        <dsp:cNvSpPr/>
      </dsp:nvSpPr>
      <dsp:spPr>
        <a:xfrm>
          <a:off x="5651962"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a:t>Simplifies the search for nearby pet-friendly services through location-aware chatbot support.</a:t>
          </a:r>
        </a:p>
      </dsp:txBody>
      <dsp:txXfrm>
        <a:off x="5651962" y="2647688"/>
        <a:ext cx="2552269" cy="10827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6C42F5-F656-40D9-818B-078C14DB7A21}">
      <dsp:nvSpPr>
        <dsp:cNvPr id="0" name=""/>
        <dsp:cNvSpPr/>
      </dsp:nvSpPr>
      <dsp:spPr>
        <a:xfrm>
          <a:off x="388467" y="831497"/>
          <a:ext cx="417128" cy="4171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213932-675E-4B4A-90AD-C4520A6D7FBF}">
      <dsp:nvSpPr>
        <dsp:cNvPr id="0" name=""/>
        <dsp:cNvSpPr/>
      </dsp:nvSpPr>
      <dsp:spPr>
        <a:xfrm>
          <a:off x="1133" y="1357408"/>
          <a:ext cx="1191796" cy="43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CA" sz="1400" kern="1200" dirty="0"/>
            <a:t>Frontend</a:t>
          </a:r>
          <a:endParaRPr lang="en-US" sz="1400" kern="1200" dirty="0"/>
        </a:p>
      </dsp:txBody>
      <dsp:txXfrm>
        <a:off x="1133" y="1357408"/>
        <a:ext cx="1191796" cy="435750"/>
      </dsp:txXfrm>
    </dsp:sp>
    <dsp:sp modelId="{E4D0F3ED-972F-447C-B19A-AB4BD1E28346}">
      <dsp:nvSpPr>
        <dsp:cNvPr id="0" name=""/>
        <dsp:cNvSpPr/>
      </dsp:nvSpPr>
      <dsp:spPr>
        <a:xfrm>
          <a:off x="1133" y="1843755"/>
          <a:ext cx="1191796" cy="151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Vue.js: Responsive and user-friendly UI</a:t>
          </a:r>
          <a:endParaRPr lang="en-US" sz="1100" kern="1200"/>
        </a:p>
      </dsp:txBody>
      <dsp:txXfrm>
        <a:off x="1133" y="1843755"/>
        <a:ext cx="1191796" cy="1517551"/>
      </dsp:txXfrm>
    </dsp:sp>
    <dsp:sp modelId="{A818E7BB-DE9F-4482-900D-EE8939519405}">
      <dsp:nvSpPr>
        <dsp:cNvPr id="0" name=""/>
        <dsp:cNvSpPr/>
      </dsp:nvSpPr>
      <dsp:spPr>
        <a:xfrm>
          <a:off x="1788829" y="831497"/>
          <a:ext cx="417128" cy="4171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1616D7-403C-4020-BF42-75FBA2B934E9}">
      <dsp:nvSpPr>
        <dsp:cNvPr id="0" name=""/>
        <dsp:cNvSpPr/>
      </dsp:nvSpPr>
      <dsp:spPr>
        <a:xfrm>
          <a:off x="1401495" y="1357408"/>
          <a:ext cx="1191796" cy="43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CA" sz="1400" kern="1200" dirty="0"/>
            <a:t>Backend &amp; Framework</a:t>
          </a:r>
          <a:endParaRPr lang="en-US" sz="1400" kern="1200" dirty="0"/>
        </a:p>
      </dsp:txBody>
      <dsp:txXfrm>
        <a:off x="1401495" y="1357408"/>
        <a:ext cx="1191796" cy="435750"/>
      </dsp:txXfrm>
    </dsp:sp>
    <dsp:sp modelId="{6EA751AB-F621-44D8-BAFF-0A663A13548F}">
      <dsp:nvSpPr>
        <dsp:cNvPr id="0" name=""/>
        <dsp:cNvSpPr/>
      </dsp:nvSpPr>
      <dsp:spPr>
        <a:xfrm>
          <a:off x="1401495" y="1843755"/>
          <a:ext cx="1191796" cy="151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Flask (Python): Lightweight backend</a:t>
          </a:r>
          <a:endParaRPr lang="en-US" sz="1100" kern="1200"/>
        </a:p>
        <a:p>
          <a:pPr marL="0" lvl="0" indent="0" algn="ctr" defTabSz="488950">
            <a:lnSpc>
              <a:spcPct val="100000"/>
            </a:lnSpc>
            <a:spcBef>
              <a:spcPct val="0"/>
            </a:spcBef>
            <a:spcAft>
              <a:spcPct val="35000"/>
            </a:spcAft>
            <a:buNone/>
          </a:pPr>
          <a:r>
            <a:rPr lang="en-CA" sz="1100" kern="1200"/>
            <a:t>Flask-Mail: Automated email reminders</a:t>
          </a:r>
          <a:endParaRPr lang="en-US" sz="1100" kern="1200"/>
        </a:p>
        <a:p>
          <a:pPr marL="0" lvl="0" indent="0" algn="ctr" defTabSz="488950">
            <a:lnSpc>
              <a:spcPct val="100000"/>
            </a:lnSpc>
            <a:spcBef>
              <a:spcPct val="0"/>
            </a:spcBef>
            <a:spcAft>
              <a:spcPct val="35000"/>
            </a:spcAft>
            <a:buNone/>
          </a:pPr>
          <a:r>
            <a:rPr lang="en-CA" sz="1100" kern="1200"/>
            <a:t>APScheduler: Scheduled reminder dispatch</a:t>
          </a:r>
          <a:endParaRPr lang="en-US" sz="1100" kern="1200"/>
        </a:p>
      </dsp:txBody>
      <dsp:txXfrm>
        <a:off x="1401495" y="1843755"/>
        <a:ext cx="1191796" cy="1517551"/>
      </dsp:txXfrm>
    </dsp:sp>
    <dsp:sp modelId="{EDEBC971-DB90-4517-9B72-3847545318B0}">
      <dsp:nvSpPr>
        <dsp:cNvPr id="0" name=""/>
        <dsp:cNvSpPr/>
      </dsp:nvSpPr>
      <dsp:spPr>
        <a:xfrm>
          <a:off x="3189190" y="831497"/>
          <a:ext cx="417128" cy="4171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664A23-3491-46A1-B812-B9D80F14900D}">
      <dsp:nvSpPr>
        <dsp:cNvPr id="0" name=""/>
        <dsp:cNvSpPr/>
      </dsp:nvSpPr>
      <dsp:spPr>
        <a:xfrm>
          <a:off x="2801856" y="1357408"/>
          <a:ext cx="1191796" cy="43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CA" sz="1400" kern="1200" dirty="0"/>
            <a:t>Authentication &amp; Security</a:t>
          </a:r>
          <a:endParaRPr lang="en-US" sz="1400" kern="1200" dirty="0"/>
        </a:p>
      </dsp:txBody>
      <dsp:txXfrm>
        <a:off x="2801856" y="1357408"/>
        <a:ext cx="1191796" cy="435750"/>
      </dsp:txXfrm>
    </dsp:sp>
    <dsp:sp modelId="{520E8EB5-E612-4A37-A26F-6DA61652F0D9}">
      <dsp:nvSpPr>
        <dsp:cNvPr id="0" name=""/>
        <dsp:cNvSpPr/>
      </dsp:nvSpPr>
      <dsp:spPr>
        <a:xfrm>
          <a:off x="2801856" y="1843755"/>
          <a:ext cx="1191796" cy="151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JWT: Secure login and access control</a:t>
          </a:r>
          <a:endParaRPr lang="en-US" sz="1100" kern="1200"/>
        </a:p>
      </dsp:txBody>
      <dsp:txXfrm>
        <a:off x="2801856" y="1843755"/>
        <a:ext cx="1191796" cy="1517551"/>
      </dsp:txXfrm>
    </dsp:sp>
    <dsp:sp modelId="{AE14E533-7034-4140-9164-E771D51EF202}">
      <dsp:nvSpPr>
        <dsp:cNvPr id="0" name=""/>
        <dsp:cNvSpPr/>
      </dsp:nvSpPr>
      <dsp:spPr>
        <a:xfrm>
          <a:off x="4589551" y="831497"/>
          <a:ext cx="417128" cy="4171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FCD034-E396-4801-B8AE-A1917070139C}">
      <dsp:nvSpPr>
        <dsp:cNvPr id="0" name=""/>
        <dsp:cNvSpPr/>
      </dsp:nvSpPr>
      <dsp:spPr>
        <a:xfrm>
          <a:off x="4202217" y="1357408"/>
          <a:ext cx="1191796" cy="43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CA" sz="1400" kern="1200" dirty="0"/>
            <a:t>Database</a:t>
          </a:r>
          <a:endParaRPr lang="en-US" sz="1400" kern="1200" dirty="0"/>
        </a:p>
      </dsp:txBody>
      <dsp:txXfrm>
        <a:off x="4202217" y="1357408"/>
        <a:ext cx="1191796" cy="435750"/>
      </dsp:txXfrm>
    </dsp:sp>
    <dsp:sp modelId="{AF227E10-1EA8-45BC-A0BF-39B1DA500579}">
      <dsp:nvSpPr>
        <dsp:cNvPr id="0" name=""/>
        <dsp:cNvSpPr/>
      </dsp:nvSpPr>
      <dsp:spPr>
        <a:xfrm>
          <a:off x="4202217" y="1843755"/>
          <a:ext cx="1191796" cy="151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MongoDB Atlas: Stores pet data, reminders</a:t>
          </a:r>
          <a:endParaRPr lang="en-US" sz="1100" kern="1200"/>
        </a:p>
      </dsp:txBody>
      <dsp:txXfrm>
        <a:off x="4202217" y="1843755"/>
        <a:ext cx="1191796" cy="1517551"/>
      </dsp:txXfrm>
    </dsp:sp>
    <dsp:sp modelId="{9D58796B-4A18-44E6-B85A-AFC3CA9D2BBC}">
      <dsp:nvSpPr>
        <dsp:cNvPr id="0" name=""/>
        <dsp:cNvSpPr/>
      </dsp:nvSpPr>
      <dsp:spPr>
        <a:xfrm>
          <a:off x="5989913" y="831497"/>
          <a:ext cx="417128" cy="4171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36D766-D541-4E3F-8AFD-3F7998DB833A}">
      <dsp:nvSpPr>
        <dsp:cNvPr id="0" name=""/>
        <dsp:cNvSpPr/>
      </dsp:nvSpPr>
      <dsp:spPr>
        <a:xfrm>
          <a:off x="5602579" y="1357408"/>
          <a:ext cx="1191796" cy="43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CA" sz="1400" kern="1200" dirty="0"/>
            <a:t>NLP &amp; Matching</a:t>
          </a:r>
          <a:endParaRPr lang="en-US" sz="1400" kern="1200" dirty="0"/>
        </a:p>
      </dsp:txBody>
      <dsp:txXfrm>
        <a:off x="5602579" y="1357408"/>
        <a:ext cx="1191796" cy="435750"/>
      </dsp:txXfrm>
    </dsp:sp>
    <dsp:sp modelId="{2C921484-F2F1-495B-81D0-C14D14426AC3}">
      <dsp:nvSpPr>
        <dsp:cNvPr id="0" name=""/>
        <dsp:cNvSpPr/>
      </dsp:nvSpPr>
      <dsp:spPr>
        <a:xfrm>
          <a:off x="5602579" y="1843755"/>
          <a:ext cx="1191796" cy="151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FuzzyWuzzy: Fuzzy keyword matching</a:t>
          </a:r>
          <a:endParaRPr lang="en-US" sz="1100" kern="1200"/>
        </a:p>
        <a:p>
          <a:pPr marL="0" lvl="0" indent="0" algn="ctr" defTabSz="488950">
            <a:lnSpc>
              <a:spcPct val="100000"/>
            </a:lnSpc>
            <a:spcBef>
              <a:spcPct val="0"/>
            </a:spcBef>
            <a:spcAft>
              <a:spcPct val="35000"/>
            </a:spcAft>
            <a:buNone/>
          </a:pPr>
          <a:r>
            <a:rPr lang="en-CA" sz="1100" kern="1200"/>
            <a:t>spaCy: Location extraction from queries</a:t>
          </a:r>
          <a:endParaRPr lang="en-US" sz="1100" kern="1200"/>
        </a:p>
      </dsp:txBody>
      <dsp:txXfrm>
        <a:off x="5602579" y="1843755"/>
        <a:ext cx="1191796" cy="1517551"/>
      </dsp:txXfrm>
    </dsp:sp>
    <dsp:sp modelId="{BB2440F8-F2EF-49DE-9E96-5062107BBF48}">
      <dsp:nvSpPr>
        <dsp:cNvPr id="0" name=""/>
        <dsp:cNvSpPr/>
      </dsp:nvSpPr>
      <dsp:spPr>
        <a:xfrm>
          <a:off x="7390274" y="831497"/>
          <a:ext cx="417128" cy="4171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B6E46F-A9B6-4A1C-A982-96054FB48710}">
      <dsp:nvSpPr>
        <dsp:cNvPr id="0" name=""/>
        <dsp:cNvSpPr/>
      </dsp:nvSpPr>
      <dsp:spPr>
        <a:xfrm>
          <a:off x="7002940" y="1357408"/>
          <a:ext cx="1191796" cy="43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CA" sz="1400" kern="1200" dirty="0"/>
            <a:t>APIs &amp; Deployment</a:t>
          </a:r>
          <a:endParaRPr lang="en-US" sz="1400" kern="1200" dirty="0"/>
        </a:p>
      </dsp:txBody>
      <dsp:txXfrm>
        <a:off x="7002940" y="1357408"/>
        <a:ext cx="1191796" cy="435750"/>
      </dsp:txXfrm>
    </dsp:sp>
    <dsp:sp modelId="{D7920E50-90AF-416F-977C-D8357DEA531B}">
      <dsp:nvSpPr>
        <dsp:cNvPr id="0" name=""/>
        <dsp:cNvSpPr/>
      </dsp:nvSpPr>
      <dsp:spPr>
        <a:xfrm>
          <a:off x="7002940" y="1843755"/>
          <a:ext cx="1191796" cy="151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Yelp API: Pet service listings</a:t>
          </a:r>
          <a:endParaRPr lang="en-US" sz="1100" kern="1200"/>
        </a:p>
        <a:p>
          <a:pPr marL="0" lvl="0" indent="0" algn="ctr" defTabSz="488950">
            <a:lnSpc>
              <a:spcPct val="100000"/>
            </a:lnSpc>
            <a:spcBef>
              <a:spcPct val="0"/>
            </a:spcBef>
            <a:spcAft>
              <a:spcPct val="35000"/>
            </a:spcAft>
            <a:buNone/>
          </a:pPr>
          <a:r>
            <a:rPr lang="en-CA" sz="1100" kern="1200"/>
            <a:t>Railway: Backend &amp; DB deployment</a:t>
          </a:r>
          <a:endParaRPr lang="en-US" sz="1100" kern="1200"/>
        </a:p>
      </dsp:txBody>
      <dsp:txXfrm>
        <a:off x="7002940" y="1843755"/>
        <a:ext cx="1191796" cy="15175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18F65A-8701-4AA2-8886-50008EF93814}">
      <dsp:nvSpPr>
        <dsp:cNvPr id="0" name=""/>
        <dsp:cNvSpPr/>
      </dsp:nvSpPr>
      <dsp:spPr>
        <a:xfrm rot="5400000">
          <a:off x="4513935" y="-1462414"/>
          <a:ext cx="1698041" cy="5047488"/>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CA" sz="1100" kern="1200" dirty="0"/>
            <a:t> Time Management - </a:t>
          </a:r>
          <a:r>
            <a:rPr lang="en-US" sz="1100" kern="1200" dirty="0"/>
            <a:t>Effectively balanced priorities and deadlines.</a:t>
          </a:r>
        </a:p>
        <a:p>
          <a:pPr marL="57150" lvl="1" indent="-57150" algn="l" defTabSz="488950">
            <a:lnSpc>
              <a:spcPct val="90000"/>
            </a:lnSpc>
            <a:spcBef>
              <a:spcPct val="0"/>
            </a:spcBef>
            <a:spcAft>
              <a:spcPct val="15000"/>
            </a:spcAft>
            <a:buChar char="•"/>
          </a:pPr>
          <a:r>
            <a:rPr lang="en-CA" sz="1100" kern="1200" dirty="0"/>
            <a:t> Resilience - </a:t>
          </a:r>
          <a:r>
            <a:rPr lang="en-US" sz="1100" kern="1200" dirty="0"/>
            <a:t>Persisted through debugging, blockers, and deployment setbacks.</a:t>
          </a:r>
        </a:p>
        <a:p>
          <a:pPr marL="57150" lvl="1" indent="-57150" algn="l" defTabSz="488950">
            <a:lnSpc>
              <a:spcPct val="90000"/>
            </a:lnSpc>
            <a:spcBef>
              <a:spcPct val="0"/>
            </a:spcBef>
            <a:spcAft>
              <a:spcPct val="15000"/>
            </a:spcAft>
            <a:buChar char="•"/>
          </a:pPr>
          <a:r>
            <a:rPr lang="en-CA" sz="1100" kern="1200" dirty="0"/>
            <a:t> Problem-Solving &amp; Critical Thinking – </a:t>
          </a:r>
          <a:r>
            <a:rPr lang="en-US" sz="1100" kern="1200" dirty="0"/>
            <a:t>These skills are essential in steering a project back on track, especially when things aren't going as planned.</a:t>
          </a:r>
        </a:p>
        <a:p>
          <a:pPr marL="57150" lvl="1" indent="-57150" algn="l" defTabSz="488950">
            <a:lnSpc>
              <a:spcPct val="90000"/>
            </a:lnSpc>
            <a:spcBef>
              <a:spcPct val="0"/>
            </a:spcBef>
            <a:spcAft>
              <a:spcPct val="15000"/>
            </a:spcAft>
            <a:buChar char="•"/>
          </a:pPr>
          <a:r>
            <a:rPr lang="en-CA" sz="1100" kern="1200" dirty="0"/>
            <a:t> Working under pressure - </a:t>
          </a:r>
          <a:r>
            <a:rPr lang="en-US" sz="1100" kern="1200" dirty="0"/>
            <a:t>Delivered consistent results even in high-stress moments.</a:t>
          </a:r>
        </a:p>
        <a:p>
          <a:pPr marL="57150" lvl="1" indent="-57150" algn="l" defTabSz="488950">
            <a:lnSpc>
              <a:spcPct val="90000"/>
            </a:lnSpc>
            <a:spcBef>
              <a:spcPct val="0"/>
            </a:spcBef>
            <a:spcAft>
              <a:spcPct val="15000"/>
            </a:spcAft>
            <a:buChar char="•"/>
          </a:pPr>
          <a:r>
            <a:rPr lang="en-US" sz="1100" kern="1200" dirty="0"/>
            <a:t> Self-Discipline &amp; Independence – Maintained consistent progress with minimal supervision.</a:t>
          </a:r>
        </a:p>
      </dsp:txBody>
      <dsp:txXfrm rot="-5400000">
        <a:off x="2839212" y="295201"/>
        <a:ext cx="4964596" cy="1532257"/>
      </dsp:txXfrm>
    </dsp:sp>
    <dsp:sp modelId="{648845E9-D4D1-4060-A5AE-C056A23B2495}">
      <dsp:nvSpPr>
        <dsp:cNvPr id="0" name=""/>
        <dsp:cNvSpPr/>
      </dsp:nvSpPr>
      <dsp:spPr>
        <a:xfrm>
          <a:off x="0" y="53"/>
          <a:ext cx="2839212" cy="2122552"/>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defRPr b="1"/>
          </a:pPr>
          <a:r>
            <a:rPr lang="en-CA" sz="4500" kern="1200"/>
            <a:t>Soft Skills</a:t>
          </a:r>
          <a:endParaRPr lang="en-US" sz="4500" kern="1200"/>
        </a:p>
      </dsp:txBody>
      <dsp:txXfrm>
        <a:off x="103614" y="103667"/>
        <a:ext cx="2631984" cy="1915324"/>
      </dsp:txXfrm>
    </dsp:sp>
    <dsp:sp modelId="{9C03A7BC-90BE-46B6-AC38-550AEF52F4B1}">
      <dsp:nvSpPr>
        <dsp:cNvPr id="0" name=""/>
        <dsp:cNvSpPr/>
      </dsp:nvSpPr>
      <dsp:spPr>
        <a:xfrm rot="5400000">
          <a:off x="4513935" y="766264"/>
          <a:ext cx="1698041" cy="5047488"/>
        </a:xfrm>
        <a:prstGeom prst="round2SameRect">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10740482"/>
              <a:satOff val="48253"/>
              <a:lumOff val="33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sz="1100" kern="1200" dirty="0"/>
            <a:t> Full-Stack Development – Built and integrated frontend, backend, and database components.</a:t>
          </a:r>
        </a:p>
        <a:p>
          <a:pPr marL="57150" lvl="1" indent="-57150" algn="l" defTabSz="488950">
            <a:lnSpc>
              <a:spcPct val="90000"/>
            </a:lnSpc>
            <a:spcBef>
              <a:spcPct val="0"/>
            </a:spcBef>
            <a:spcAft>
              <a:spcPct val="15000"/>
            </a:spcAft>
            <a:buChar char="•"/>
          </a:pPr>
          <a:r>
            <a:rPr lang="en-US" sz="1100" kern="1200" dirty="0"/>
            <a:t> API &amp; NLP Integration – Implemented Yelp API and </a:t>
          </a:r>
          <a:r>
            <a:rPr lang="en-US" sz="1100" kern="1200" dirty="0" err="1"/>
            <a:t>spaCy</a:t>
          </a:r>
          <a:r>
            <a:rPr lang="en-US" sz="1100" kern="1200" dirty="0"/>
            <a:t> for dynamic, smart responses.</a:t>
          </a:r>
        </a:p>
        <a:p>
          <a:pPr marL="57150" lvl="1" indent="-57150" algn="l" defTabSz="488950">
            <a:lnSpc>
              <a:spcPct val="90000"/>
            </a:lnSpc>
            <a:spcBef>
              <a:spcPct val="0"/>
            </a:spcBef>
            <a:spcAft>
              <a:spcPct val="15000"/>
            </a:spcAft>
            <a:buChar char="•"/>
          </a:pPr>
          <a:r>
            <a:rPr lang="en-US" sz="1100" kern="1200" dirty="0"/>
            <a:t> Deployment Experience – Managed real-world issues like CORS and route handling in production.</a:t>
          </a:r>
        </a:p>
        <a:p>
          <a:pPr marL="57150" lvl="1" indent="-57150" algn="l" defTabSz="488950">
            <a:lnSpc>
              <a:spcPct val="90000"/>
            </a:lnSpc>
            <a:spcBef>
              <a:spcPct val="0"/>
            </a:spcBef>
            <a:spcAft>
              <a:spcPct val="15000"/>
            </a:spcAft>
            <a:buChar char="•"/>
          </a:pPr>
          <a:r>
            <a:rPr lang="en-US" sz="1100" kern="1200" dirty="0"/>
            <a:t> Understanding of Asynchronous Schedulers – Used </a:t>
          </a:r>
          <a:r>
            <a:rPr lang="en-US" sz="1100" kern="1200" dirty="0" err="1"/>
            <a:t>APScheduler</a:t>
          </a:r>
          <a:r>
            <a:rPr lang="en-US" sz="1100" kern="1200" dirty="0"/>
            <a:t> to automate daily email reminders.</a:t>
          </a:r>
        </a:p>
      </dsp:txBody>
      <dsp:txXfrm rot="-5400000">
        <a:off x="2839212" y="2523879"/>
        <a:ext cx="4964596" cy="1532257"/>
      </dsp:txXfrm>
    </dsp:sp>
    <dsp:sp modelId="{E9B4BCAD-6616-4A83-9BE0-6E9E8DD34EA8}">
      <dsp:nvSpPr>
        <dsp:cNvPr id="0" name=""/>
        <dsp:cNvSpPr/>
      </dsp:nvSpPr>
      <dsp:spPr>
        <a:xfrm>
          <a:off x="0" y="2228732"/>
          <a:ext cx="2839212" cy="2122552"/>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defRPr b="1"/>
          </a:pPr>
          <a:r>
            <a:rPr lang="en-CA" sz="4500" kern="1200"/>
            <a:t>Technical Skills</a:t>
          </a:r>
          <a:endParaRPr lang="en-US" sz="4500" kern="1200"/>
        </a:p>
      </dsp:txBody>
      <dsp:txXfrm>
        <a:off x="103614" y="2332346"/>
        <a:ext cx="2631984" cy="191532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321" y="640080"/>
            <a:ext cx="4688333" cy="3566160"/>
          </a:xfrm>
        </p:spPr>
        <p:txBody>
          <a:bodyPr anchor="b">
            <a:normAutofit/>
          </a:bodyPr>
          <a:lstStyle/>
          <a:p>
            <a:pPr algn="l">
              <a:defRPr sz="3200" b="1">
                <a:solidFill>
                  <a:srgbClr val="00467A"/>
                </a:solidFill>
              </a:defRPr>
            </a:pPr>
            <a:r>
              <a:rPr lang="en-US" sz="4700" dirty="0"/>
              <a:t>FurBot – A Smart Assistant for Pet Owners</a:t>
            </a:r>
          </a:p>
        </p:txBody>
      </p:sp>
      <p:sp>
        <p:nvSpPr>
          <p:cNvPr id="3" name="Subtitle 2"/>
          <p:cNvSpPr>
            <a:spLocks noGrp="1"/>
          </p:cNvSpPr>
          <p:nvPr>
            <p:ph type="subTitle" idx="1"/>
          </p:nvPr>
        </p:nvSpPr>
        <p:spPr>
          <a:xfrm>
            <a:off x="3973320" y="4636008"/>
            <a:ext cx="4688333" cy="1572768"/>
          </a:xfrm>
        </p:spPr>
        <p:txBody>
          <a:bodyPr>
            <a:normAutofit/>
          </a:bodyPr>
          <a:lstStyle/>
          <a:p>
            <a:pPr algn="l">
              <a:defRPr sz="2000">
                <a:solidFill>
                  <a:srgbClr val="323232"/>
                </a:solidFill>
              </a:defRPr>
            </a:pPr>
            <a:r>
              <a:rPr lang="en-CA" sz="2000" dirty="0"/>
              <a:t>Charlie Medialdea</a:t>
            </a:r>
          </a:p>
          <a:p>
            <a:pPr algn="l">
              <a:defRPr sz="2000">
                <a:solidFill>
                  <a:srgbClr val="323232"/>
                </a:solidFill>
              </a:defRPr>
            </a:pPr>
            <a:r>
              <a:rPr lang="en-CA" sz="2000" dirty="0"/>
              <a:t>CSIS 4495 - 01| Winter 2025</a:t>
            </a:r>
          </a:p>
        </p:txBody>
      </p:sp>
      <p:pic>
        <p:nvPicPr>
          <p:cNvPr id="5" name="Picture 4" descr="Dog in cornfield">
            <a:extLst>
              <a:ext uri="{FF2B5EF4-FFF2-40B4-BE49-F238E27FC236}">
                <a16:creationId xmlns:a16="http://schemas.microsoft.com/office/drawing/2014/main" id="{B7AF5766-D14C-DCCE-3B56-69EAD3A0FF1E}"/>
              </a:ext>
            </a:extLst>
          </p:cNvPr>
          <p:cNvPicPr>
            <a:picLocks noChangeAspect="1"/>
          </p:cNvPicPr>
          <p:nvPr/>
        </p:nvPicPr>
        <p:blipFill>
          <a:blip r:embed="rId2"/>
          <a:srcRect l="33730" r="32399"/>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352" y="238539"/>
            <a:ext cx="3485178" cy="1044076"/>
          </a:xfrm>
        </p:spPr>
        <p:txBody>
          <a:bodyPr anchor="ctr">
            <a:normAutofit/>
          </a:bodyPr>
          <a:lstStyle/>
          <a:p>
            <a:r>
              <a:rPr lang="en-CA" sz="3500" dirty="0"/>
              <a:t>Project Overview</a:t>
            </a:r>
          </a:p>
        </p:txBody>
      </p:sp>
      <p:sp>
        <p:nvSpPr>
          <p:cNvPr id="3" name="Content Placeholder 2"/>
          <p:cNvSpPr>
            <a:spLocks noGrp="1"/>
          </p:cNvSpPr>
          <p:nvPr>
            <p:ph idx="1"/>
          </p:nvPr>
        </p:nvSpPr>
        <p:spPr>
          <a:xfrm>
            <a:off x="310101" y="1144989"/>
            <a:ext cx="4405022" cy="4802588"/>
          </a:xfrm>
        </p:spPr>
        <p:txBody>
          <a:bodyPr anchor="ctr">
            <a:normAutofit/>
          </a:bodyPr>
          <a:lstStyle/>
          <a:p>
            <a:pPr marL="0" indent="0" algn="ctr">
              <a:buNone/>
              <a:defRPr sz="2000">
                <a:solidFill>
                  <a:srgbClr val="323232"/>
                </a:solidFill>
              </a:defRPr>
            </a:pPr>
            <a:r>
              <a:rPr lang="en-CA" sz="1600" b="1" dirty="0"/>
              <a:t>FurBot is a smart assistant designed to help pet owners manage their pet's care.</a:t>
            </a:r>
          </a:p>
          <a:p>
            <a:pPr marL="0" indent="0">
              <a:buNone/>
              <a:defRPr sz="2000">
                <a:solidFill>
                  <a:srgbClr val="323232"/>
                </a:solidFill>
              </a:defRPr>
            </a:pPr>
            <a:endParaRPr lang="en-CA" sz="1600" b="1" dirty="0"/>
          </a:p>
          <a:p>
            <a:pPr marL="0" indent="0">
              <a:buNone/>
              <a:defRPr sz="2000">
                <a:solidFill>
                  <a:srgbClr val="323232"/>
                </a:solidFill>
              </a:defRPr>
            </a:pPr>
            <a:r>
              <a:rPr lang="en-CA" sz="1600" b="1" dirty="0"/>
              <a:t>Key Features:</a:t>
            </a:r>
          </a:p>
          <a:p>
            <a:pPr marL="0" indent="0">
              <a:buNone/>
              <a:defRPr sz="2000">
                <a:solidFill>
                  <a:srgbClr val="323232"/>
                </a:solidFill>
              </a:defRPr>
            </a:pPr>
            <a:endParaRPr lang="en-CA" sz="1600" b="1" dirty="0"/>
          </a:p>
          <a:p>
            <a:pPr marL="0" indent="0">
              <a:buNone/>
              <a:defRPr sz="2000">
                <a:solidFill>
                  <a:srgbClr val="323232"/>
                </a:solidFill>
              </a:defRPr>
            </a:pPr>
            <a:r>
              <a:rPr lang="en-CA" sz="1600" dirty="0"/>
              <a:t>🐾 Pet Profile Management – Add &amp; manage pets via dashboard</a:t>
            </a:r>
          </a:p>
          <a:p>
            <a:pPr marL="0" indent="0">
              <a:buNone/>
              <a:defRPr sz="2000">
                <a:solidFill>
                  <a:srgbClr val="323232"/>
                </a:solidFill>
              </a:defRPr>
            </a:pPr>
            <a:endParaRPr lang="en-CA" sz="1600" dirty="0"/>
          </a:p>
          <a:p>
            <a:pPr marL="0" indent="0">
              <a:buNone/>
              <a:defRPr sz="2000">
                <a:solidFill>
                  <a:srgbClr val="323232"/>
                </a:solidFill>
              </a:defRPr>
            </a:pPr>
            <a:r>
              <a:rPr lang="en-CA" sz="1600" dirty="0"/>
              <a:t>💬 Chatbot with Location Detection – Ask for nearby services</a:t>
            </a:r>
          </a:p>
          <a:p>
            <a:pPr marL="0" indent="0">
              <a:buNone/>
              <a:defRPr sz="2000">
                <a:solidFill>
                  <a:srgbClr val="323232"/>
                </a:solidFill>
              </a:defRPr>
            </a:pPr>
            <a:endParaRPr lang="en-CA" sz="1600" dirty="0"/>
          </a:p>
          <a:p>
            <a:pPr marL="0" indent="0">
              <a:buNone/>
              <a:defRPr sz="2000">
                <a:solidFill>
                  <a:srgbClr val="323232"/>
                </a:solidFill>
              </a:defRPr>
            </a:pPr>
            <a:r>
              <a:rPr lang="en-CA" sz="1600" dirty="0"/>
              <a:t>⏰ Smart Reminders – Auto-email alerts for care tasks</a:t>
            </a:r>
          </a:p>
          <a:p>
            <a:pPr marL="0" indent="0">
              <a:buNone/>
              <a:defRPr sz="2000">
                <a:solidFill>
                  <a:srgbClr val="323232"/>
                </a:solidFill>
              </a:defRPr>
            </a:pPr>
            <a:endParaRPr lang="en-CA" sz="1600" dirty="0"/>
          </a:p>
          <a:p>
            <a:pPr marL="0" indent="0">
              <a:buNone/>
              <a:defRPr sz="2000">
                <a:solidFill>
                  <a:srgbClr val="323232"/>
                </a:solidFill>
              </a:defRPr>
            </a:pPr>
            <a:r>
              <a:rPr lang="en-CA" sz="1600" dirty="0"/>
              <a:t>❤️ Favorites – Save pet-friendly services for quick access</a:t>
            </a:r>
          </a:p>
        </p:txBody>
      </p:sp>
      <p:pic>
        <p:nvPicPr>
          <p:cNvPr id="5" name="Picture 4" descr="Dog and kitten sleeping">
            <a:extLst>
              <a:ext uri="{FF2B5EF4-FFF2-40B4-BE49-F238E27FC236}">
                <a16:creationId xmlns:a16="http://schemas.microsoft.com/office/drawing/2014/main" id="{642FA22E-2D49-EB40-2E6D-89D4A24B419D}"/>
              </a:ext>
            </a:extLst>
          </p:cNvPr>
          <p:cNvPicPr>
            <a:picLocks noChangeAspect="1"/>
          </p:cNvPicPr>
          <p:nvPr/>
        </p:nvPicPr>
        <p:blipFill>
          <a:blip r:embed="rId2"/>
          <a:srcRect l="30875" r="24574" b="-2"/>
          <a:stretch/>
        </p:blipFill>
        <p:spPr>
          <a:xfrm>
            <a:off x="4890052" y="1"/>
            <a:ext cx="4259066"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3938" y="11619"/>
            <a:ext cx="5605629" cy="994172"/>
          </a:xfrm>
        </p:spPr>
        <p:txBody>
          <a:bodyPr>
            <a:normAutofit/>
          </a:bodyPr>
          <a:lstStyle/>
          <a:p>
            <a:pPr>
              <a:defRPr sz="3200" b="1">
                <a:solidFill>
                  <a:srgbClr val="00467A"/>
                </a:solidFill>
              </a:defRPr>
            </a:pPr>
            <a:r>
              <a:rPr lang="en-CA" sz="3850" dirty="0"/>
              <a:t>Project Novelty</a:t>
            </a:r>
          </a:p>
        </p:txBody>
      </p:sp>
      <p:sp>
        <p:nvSpPr>
          <p:cNvPr id="46" name="Content Placeholder 2"/>
          <p:cNvSpPr>
            <a:spLocks noGrp="1"/>
          </p:cNvSpPr>
          <p:nvPr>
            <p:ph idx="1"/>
          </p:nvPr>
        </p:nvSpPr>
        <p:spPr>
          <a:xfrm>
            <a:off x="200789" y="1407381"/>
            <a:ext cx="5902663" cy="4961922"/>
          </a:xfrm>
        </p:spPr>
        <p:txBody>
          <a:bodyPr anchor="ctr">
            <a:noAutofit/>
          </a:bodyPr>
          <a:lstStyle/>
          <a:p>
            <a:pPr marL="0" indent="0">
              <a:lnSpc>
                <a:spcPct val="90000"/>
              </a:lnSpc>
              <a:buNone/>
              <a:defRPr sz="2000">
                <a:solidFill>
                  <a:srgbClr val="323232"/>
                </a:solidFill>
              </a:defRPr>
            </a:pPr>
            <a:r>
              <a:rPr lang="en-US" sz="1600" b="1" dirty="0"/>
              <a:t>🌟 Tailored Pet Experience</a:t>
            </a:r>
          </a:p>
          <a:p>
            <a:pPr marL="400050" lvl="1" indent="0">
              <a:lnSpc>
                <a:spcPct val="90000"/>
              </a:lnSpc>
              <a:buNone/>
              <a:defRPr sz="2000">
                <a:solidFill>
                  <a:srgbClr val="323232"/>
                </a:solidFill>
              </a:defRPr>
            </a:pPr>
            <a:r>
              <a:rPr lang="en-US" sz="1600" dirty="0"/>
              <a:t>Offers personalized interactions per pet — from profile data to reminders — ensuring relevance and a more engaging experience for every user.</a:t>
            </a:r>
          </a:p>
          <a:p>
            <a:pPr marL="0" indent="0">
              <a:lnSpc>
                <a:spcPct val="90000"/>
              </a:lnSpc>
              <a:buNone/>
              <a:defRPr sz="2000">
                <a:solidFill>
                  <a:srgbClr val="323232"/>
                </a:solidFill>
              </a:defRPr>
            </a:pPr>
            <a:endParaRPr lang="en-US" sz="1600" b="1" dirty="0"/>
          </a:p>
          <a:p>
            <a:pPr marL="0" indent="0">
              <a:lnSpc>
                <a:spcPct val="90000"/>
              </a:lnSpc>
              <a:buNone/>
              <a:defRPr sz="2000">
                <a:solidFill>
                  <a:srgbClr val="323232"/>
                </a:solidFill>
              </a:defRPr>
            </a:pPr>
            <a:r>
              <a:rPr lang="en-US" sz="1600" b="1" dirty="0"/>
              <a:t>🗨️ Proactive Reminders with email notification</a:t>
            </a:r>
            <a:endParaRPr lang="en-US" sz="1600" dirty="0"/>
          </a:p>
          <a:p>
            <a:pPr marL="400050" lvl="1" indent="0">
              <a:lnSpc>
                <a:spcPct val="90000"/>
              </a:lnSpc>
              <a:buNone/>
              <a:defRPr sz="2000">
                <a:solidFill>
                  <a:srgbClr val="323232"/>
                </a:solidFill>
              </a:defRPr>
            </a:pPr>
            <a:r>
              <a:rPr lang="en-US" sz="1600" dirty="0"/>
              <a:t>FurBot intelligently suggests care reminders — such as grooming or vaccinations — based on each pet’s routine and reminder history.</a:t>
            </a:r>
          </a:p>
          <a:p>
            <a:pPr marL="400050" lvl="1" indent="0">
              <a:lnSpc>
                <a:spcPct val="90000"/>
              </a:lnSpc>
              <a:buNone/>
              <a:defRPr sz="2000">
                <a:solidFill>
                  <a:srgbClr val="323232"/>
                </a:solidFill>
              </a:defRPr>
            </a:pPr>
            <a:br>
              <a:rPr lang="en-US" sz="1600" dirty="0"/>
            </a:br>
            <a:r>
              <a:rPr lang="en-US" sz="1600" dirty="0"/>
              <a:t>Once identified, reminders are automatically sent to the user via email, helping pet owners stay on top of their pet's needs.</a:t>
            </a:r>
          </a:p>
          <a:p>
            <a:pPr marL="400050" lvl="1" indent="0">
              <a:lnSpc>
                <a:spcPct val="90000"/>
              </a:lnSpc>
              <a:buNone/>
              <a:defRPr sz="2000">
                <a:solidFill>
                  <a:srgbClr val="323232"/>
                </a:solidFill>
              </a:defRPr>
            </a:pPr>
            <a:endParaRPr lang="en-US" sz="1600" dirty="0"/>
          </a:p>
          <a:p>
            <a:pPr marL="0" indent="0">
              <a:lnSpc>
                <a:spcPct val="90000"/>
              </a:lnSpc>
              <a:buNone/>
              <a:defRPr sz="2000">
                <a:solidFill>
                  <a:srgbClr val="323232"/>
                </a:solidFill>
              </a:defRPr>
            </a:pPr>
            <a:r>
              <a:rPr lang="en-US" sz="1600" b="1" dirty="0"/>
              <a:t>📌 Location-Aware Queries via NLP</a:t>
            </a:r>
          </a:p>
          <a:p>
            <a:pPr marL="400050" lvl="1" indent="0">
              <a:lnSpc>
                <a:spcPct val="90000"/>
              </a:lnSpc>
              <a:buNone/>
              <a:defRPr sz="2000">
                <a:solidFill>
                  <a:srgbClr val="323232"/>
                </a:solidFill>
              </a:defRPr>
            </a:pPr>
            <a:r>
              <a:rPr lang="en-US" sz="1600" dirty="0"/>
              <a:t>Integrated with </a:t>
            </a:r>
            <a:r>
              <a:rPr lang="en-US" sz="1600" dirty="0" err="1"/>
              <a:t>spaCy</a:t>
            </a:r>
            <a:r>
              <a:rPr lang="en-US" sz="1600" dirty="0"/>
              <a:t> NLP, FurBot extracts city or place names from user messages to provide more accurate, location-specific results.</a:t>
            </a:r>
          </a:p>
          <a:p>
            <a:pPr marL="0" indent="0">
              <a:lnSpc>
                <a:spcPct val="90000"/>
              </a:lnSpc>
              <a:buNone/>
              <a:defRPr sz="2000">
                <a:solidFill>
                  <a:srgbClr val="323232"/>
                </a:solidFill>
              </a:defRPr>
            </a:pPr>
            <a:endParaRPr lang="en-US" sz="1600" dirty="0"/>
          </a:p>
          <a:p>
            <a:pPr marL="0" indent="0">
              <a:lnSpc>
                <a:spcPct val="90000"/>
              </a:lnSpc>
              <a:buNone/>
              <a:defRPr sz="2000">
                <a:solidFill>
                  <a:srgbClr val="323232"/>
                </a:solidFill>
              </a:defRPr>
            </a:pPr>
            <a:r>
              <a:rPr lang="en-US" sz="1600" b="1" dirty="0"/>
              <a:t>🐾 Yelp API Integration</a:t>
            </a:r>
          </a:p>
          <a:p>
            <a:pPr marL="400050" lvl="1" indent="0">
              <a:lnSpc>
                <a:spcPct val="90000"/>
              </a:lnSpc>
              <a:buNone/>
              <a:defRPr sz="2000">
                <a:solidFill>
                  <a:srgbClr val="323232"/>
                </a:solidFill>
              </a:defRPr>
            </a:pPr>
            <a:r>
              <a:rPr lang="en-US" sz="1600" dirty="0"/>
              <a:t>Fetches real-time, nearby pet-friendly services such as groomers, veterinarians, and cafes based on the user’s detected location.</a:t>
            </a:r>
          </a:p>
          <a:p>
            <a:pPr>
              <a:lnSpc>
                <a:spcPct val="90000"/>
              </a:lnSpc>
              <a:defRPr sz="2000">
                <a:solidFill>
                  <a:srgbClr val="323232"/>
                </a:solidFill>
              </a:defRPr>
            </a:pPr>
            <a:endParaRPr lang="en-US" sz="1600" dirty="0"/>
          </a:p>
        </p:txBody>
      </p:sp>
      <p:sp>
        <p:nvSpPr>
          <p:cNvPr id="47" name="Rectangle 46">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8" name="Oval 47">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9" name="Graphic 28" descr="Dog">
            <a:extLst>
              <a:ext uri="{FF2B5EF4-FFF2-40B4-BE49-F238E27FC236}">
                <a16:creationId xmlns:a16="http://schemas.microsoft.com/office/drawing/2014/main" id="{A87A3D97-CD65-AD19-19C7-4A27C3E0F2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3EAFF-DEAF-B73B-0BC6-E97C2E224E86}"/>
              </a:ext>
            </a:extLst>
          </p:cNvPr>
          <p:cNvSpPr>
            <a:spLocks noGrp="1"/>
          </p:cNvSpPr>
          <p:nvPr>
            <p:ph type="title"/>
          </p:nvPr>
        </p:nvSpPr>
        <p:spPr/>
        <p:txBody>
          <a:bodyPr/>
          <a:lstStyle/>
          <a:p>
            <a:r>
              <a:rPr lang="en-US" b="1" dirty="0">
                <a:solidFill>
                  <a:schemeClr val="tx2"/>
                </a:solidFill>
              </a:rPr>
              <a:t>FurBot Utility</a:t>
            </a:r>
            <a:endParaRPr lang="en-CA" b="1" dirty="0">
              <a:solidFill>
                <a:schemeClr val="tx2"/>
              </a:solidFill>
            </a:endParaRPr>
          </a:p>
        </p:txBody>
      </p:sp>
      <p:graphicFrame>
        <p:nvGraphicFramePr>
          <p:cNvPr id="5" name="Content Placeholder 2">
            <a:extLst>
              <a:ext uri="{FF2B5EF4-FFF2-40B4-BE49-F238E27FC236}">
                <a16:creationId xmlns:a16="http://schemas.microsoft.com/office/drawing/2014/main" id="{FA90D89B-0CE1-3D59-A62D-4A063403A066}"/>
              </a:ext>
            </a:extLst>
          </p:cNvPr>
          <p:cNvGraphicFramePr>
            <a:graphicFrameLocks noGrp="1"/>
          </p:cNvGraphicFramePr>
          <p:nvPr>
            <p:ph idx="1"/>
            <p:extLst>
              <p:ext uri="{D42A27DB-BD31-4B8C-83A1-F6EECF244321}">
                <p14:modId xmlns:p14="http://schemas.microsoft.com/office/powerpoint/2010/main" val="3097725255"/>
              </p:ext>
            </p:extLst>
          </p:nvPr>
        </p:nvGraphicFramePr>
        <p:xfrm>
          <a:off x="457200" y="1377562"/>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3450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CA" sz="3500">
                <a:solidFill>
                  <a:srgbClr val="FFFFFF"/>
                </a:solidFill>
              </a:rPr>
              <a:t>🛠️ Technology Stack Overview</a:t>
            </a:r>
          </a:p>
        </p:txBody>
      </p:sp>
      <p:graphicFrame>
        <p:nvGraphicFramePr>
          <p:cNvPr id="25" name="Content Placeholder 2">
            <a:extLst>
              <a:ext uri="{FF2B5EF4-FFF2-40B4-BE49-F238E27FC236}">
                <a16:creationId xmlns:a16="http://schemas.microsoft.com/office/drawing/2014/main" id="{8B066345-544A-AB28-568F-9BAB6EAB1EA5}"/>
              </a:ext>
            </a:extLst>
          </p:cNvPr>
          <p:cNvGraphicFramePr>
            <a:graphicFrameLocks noGrp="1"/>
          </p:cNvGraphicFramePr>
          <p:nvPr>
            <p:ph idx="1"/>
            <p:extLst>
              <p:ext uri="{D42A27DB-BD31-4B8C-83A1-F6EECF244321}">
                <p14:modId xmlns:p14="http://schemas.microsoft.com/office/powerpoint/2010/main" val="3811157371"/>
              </p:ext>
            </p:extLst>
          </p:nvPr>
        </p:nvGraphicFramePr>
        <p:xfrm>
          <a:off x="365844" y="2110111"/>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defRPr sz="3200" b="1">
                <a:solidFill>
                  <a:srgbClr val="00467A"/>
                </a:solidFill>
              </a:defRPr>
            </a:pPr>
            <a:r>
              <a:rPr lang="en-US" sz="3500" kern="1200">
                <a:solidFill>
                  <a:srgbClr val="FFFFFF"/>
                </a:solidFill>
                <a:latin typeface="+mj-lt"/>
                <a:ea typeface="+mj-ea"/>
                <a:cs typeface="+mj-cs"/>
              </a:rPr>
              <a:t>System Architecture</a:t>
            </a:r>
          </a:p>
        </p:txBody>
      </p:sp>
      <p:pic>
        <p:nvPicPr>
          <p:cNvPr id="8" name="Content Placeholder 7" descr="A diagram of a server&#10;&#10;AI-generated content may be incorrect.">
            <a:extLst>
              <a:ext uri="{FF2B5EF4-FFF2-40B4-BE49-F238E27FC236}">
                <a16:creationId xmlns:a16="http://schemas.microsoft.com/office/drawing/2014/main" id="{DBBB3346-0CF9-A1C0-A444-E1A02A0B5A95}"/>
              </a:ext>
            </a:extLst>
          </p:cNvPr>
          <p:cNvPicPr>
            <a:picLocks noChangeAspect="1"/>
          </p:cNvPicPr>
          <p:nvPr/>
        </p:nvPicPr>
        <p:blipFill>
          <a:blip r:embed="rId2"/>
          <a:stretch>
            <a:fillRect/>
          </a:stretch>
        </p:blipFill>
        <p:spPr>
          <a:xfrm>
            <a:off x="324168" y="2339827"/>
            <a:ext cx="8495662" cy="37050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CA" sz="3500" dirty="0">
                <a:solidFill>
                  <a:srgbClr val="FFFFFF"/>
                </a:solidFill>
              </a:rPr>
              <a:t>Challenges Faced</a:t>
            </a:r>
          </a:p>
        </p:txBody>
      </p:sp>
      <p:sp>
        <p:nvSpPr>
          <p:cNvPr id="3" name="Content Placeholder 2"/>
          <p:cNvSpPr>
            <a:spLocks noGrp="1"/>
          </p:cNvSpPr>
          <p:nvPr>
            <p:ph idx="1"/>
          </p:nvPr>
        </p:nvSpPr>
        <p:spPr>
          <a:xfrm>
            <a:off x="3260035" y="649480"/>
            <a:ext cx="5533923" cy="5546047"/>
          </a:xfrm>
        </p:spPr>
        <p:txBody>
          <a:bodyPr anchor="ctr">
            <a:normAutofit/>
          </a:bodyPr>
          <a:lstStyle/>
          <a:p>
            <a:pPr marL="0" indent="0">
              <a:lnSpc>
                <a:spcPct val="90000"/>
              </a:lnSpc>
              <a:buNone/>
              <a:defRPr sz="1800">
                <a:solidFill>
                  <a:srgbClr val="323232"/>
                </a:solidFill>
              </a:defRPr>
            </a:pPr>
            <a:r>
              <a:rPr lang="en-US" sz="1400" dirty="0"/>
              <a:t>🧱 </a:t>
            </a:r>
            <a:r>
              <a:rPr lang="en-US" sz="1400" b="1" dirty="0"/>
              <a:t>Full-Stack Development from Scratch</a:t>
            </a:r>
          </a:p>
          <a:p>
            <a:pPr marL="0" indent="0" algn="just">
              <a:lnSpc>
                <a:spcPct val="90000"/>
              </a:lnSpc>
              <a:buNone/>
              <a:defRPr sz="1800">
                <a:solidFill>
                  <a:srgbClr val="323232"/>
                </a:solidFill>
              </a:defRPr>
            </a:pPr>
            <a:r>
              <a:rPr lang="en-US" sz="1400" dirty="0"/>
              <a:t>As this was my first time building a full-stack product independently after 18 years in the IT industry, I had to navigate the complete lifecycle—from design and backend logic to frontend development and deployment—on my own. This tested my ability to integrate multiple technologies while learning all the tools involved.</a:t>
            </a:r>
          </a:p>
          <a:p>
            <a:pPr marL="0" indent="0">
              <a:lnSpc>
                <a:spcPct val="90000"/>
              </a:lnSpc>
              <a:buNone/>
              <a:defRPr sz="1800">
                <a:solidFill>
                  <a:srgbClr val="323232"/>
                </a:solidFill>
              </a:defRPr>
            </a:pPr>
            <a:endParaRPr lang="en-US" sz="1400" dirty="0"/>
          </a:p>
          <a:p>
            <a:pPr marL="0" indent="0">
              <a:lnSpc>
                <a:spcPct val="90000"/>
              </a:lnSpc>
              <a:buNone/>
              <a:defRPr sz="1800">
                <a:solidFill>
                  <a:srgbClr val="323232"/>
                </a:solidFill>
              </a:defRPr>
            </a:pPr>
            <a:r>
              <a:rPr lang="en-US" sz="1400" dirty="0"/>
              <a:t>🌐 </a:t>
            </a:r>
            <a:r>
              <a:rPr lang="en-US" sz="1400" b="1" dirty="0"/>
              <a:t>Deployment &amp; CORS Issues</a:t>
            </a:r>
          </a:p>
          <a:p>
            <a:pPr marL="0" indent="0" algn="just">
              <a:lnSpc>
                <a:spcPct val="90000"/>
              </a:lnSpc>
              <a:buNone/>
              <a:defRPr sz="1800">
                <a:solidFill>
                  <a:srgbClr val="323232"/>
                </a:solidFill>
              </a:defRPr>
            </a:pPr>
            <a:r>
              <a:rPr lang="en-US" sz="1400" dirty="0"/>
              <a:t>One of the most persistent challenges was deploying FurBot to Railway and handling CORS (Cross-Origin Resource Sharing) errors. Aligning the routes and headers between Flask and Vue.js taught me how critical environment-based configurations are when pushing a full-stack app to production.</a:t>
            </a:r>
          </a:p>
          <a:p>
            <a:pPr>
              <a:lnSpc>
                <a:spcPct val="90000"/>
              </a:lnSpc>
              <a:defRPr sz="1800">
                <a:solidFill>
                  <a:srgbClr val="323232"/>
                </a:solidFill>
              </a:defRPr>
            </a:pPr>
            <a:endParaRPr lang="en-US" sz="1400" dirty="0"/>
          </a:p>
          <a:p>
            <a:pPr marL="0" indent="0">
              <a:lnSpc>
                <a:spcPct val="90000"/>
              </a:lnSpc>
              <a:buNone/>
              <a:defRPr sz="1800">
                <a:solidFill>
                  <a:srgbClr val="323232"/>
                </a:solidFill>
              </a:defRPr>
            </a:pPr>
            <a:r>
              <a:rPr lang="en-US" sz="1400" dirty="0"/>
              <a:t>🔌 </a:t>
            </a:r>
            <a:r>
              <a:rPr lang="en-US" sz="1400" b="1" dirty="0"/>
              <a:t>API Integration</a:t>
            </a:r>
          </a:p>
          <a:p>
            <a:pPr marL="0" indent="0" algn="just">
              <a:lnSpc>
                <a:spcPct val="90000"/>
              </a:lnSpc>
              <a:buNone/>
              <a:defRPr sz="1800">
                <a:solidFill>
                  <a:srgbClr val="323232"/>
                </a:solidFill>
              </a:defRPr>
            </a:pPr>
            <a:r>
              <a:rPr lang="en-US" sz="1400" dirty="0"/>
              <a:t>Integrating external APIs like Yelp and managing NLP tasks via </a:t>
            </a:r>
            <a:r>
              <a:rPr lang="en-US" sz="1400" dirty="0" err="1"/>
              <a:t>spaCy</a:t>
            </a:r>
            <a:r>
              <a:rPr lang="en-US" sz="1400" dirty="0"/>
              <a:t> brought unexpected hurdles around entity recognition, location detection, and ensuring relevance in chatbot responses. Balancing real-time results with user expectations was key.</a:t>
            </a:r>
          </a:p>
          <a:p>
            <a:pPr>
              <a:lnSpc>
                <a:spcPct val="90000"/>
              </a:lnSpc>
              <a:defRPr sz="1800">
                <a:solidFill>
                  <a:srgbClr val="323232"/>
                </a:solidFill>
              </a:defRPr>
            </a:pPr>
            <a:endParaRPr lang="en-US" sz="1400" dirty="0"/>
          </a:p>
          <a:p>
            <a:pPr marL="0" indent="0">
              <a:lnSpc>
                <a:spcPct val="90000"/>
              </a:lnSpc>
              <a:buNone/>
              <a:defRPr sz="1800">
                <a:solidFill>
                  <a:srgbClr val="323232"/>
                </a:solidFill>
              </a:defRPr>
            </a:pPr>
            <a:r>
              <a:rPr lang="en-US" sz="1400" dirty="0"/>
              <a:t>👥 </a:t>
            </a:r>
            <a:r>
              <a:rPr lang="en-US" sz="1400" b="1" dirty="0"/>
              <a:t>User-Centric Thinking &amp; Personalization</a:t>
            </a:r>
          </a:p>
          <a:p>
            <a:pPr marL="0" indent="0" algn="just">
              <a:lnSpc>
                <a:spcPct val="90000"/>
              </a:lnSpc>
              <a:buNone/>
              <a:defRPr sz="1800">
                <a:solidFill>
                  <a:srgbClr val="323232"/>
                </a:solidFill>
              </a:defRPr>
            </a:pPr>
            <a:r>
              <a:rPr lang="en-US" sz="1400" dirty="0"/>
              <a:t>What began as a chatbot evolved into a personalized assistant. Thinking like a user—and a pet owner—helped me shape FurBot to be more engaging, practical, and proactive for every user.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43080207-454F-86B8-DBA6-0314E7043C1F}"/>
              </a:ext>
            </a:extLst>
          </p:cNvPr>
          <p:cNvPicPr>
            <a:picLocks noChangeAspect="1"/>
          </p:cNvPicPr>
          <p:nvPr/>
        </p:nvPicPr>
        <p:blipFill>
          <a:blip r:embed="rId2">
            <a:duotone>
              <a:schemeClr val="bg2">
                <a:shade val="45000"/>
                <a:satMod val="135000"/>
              </a:schemeClr>
              <a:prstClr val="white"/>
            </a:duotone>
          </a:blip>
          <a:srcRect r="10999" b="-1"/>
          <a:stretch/>
        </p:blipFill>
        <p:spPr>
          <a:xfrm>
            <a:off x="20" y="10"/>
            <a:ext cx="9143980" cy="6857990"/>
          </a:xfrm>
          <a:prstGeom prst="rect">
            <a:avLst/>
          </a:prstGeom>
        </p:spPr>
      </p:pic>
      <p:sp>
        <p:nvSpPr>
          <p:cNvPr id="23" name="Rectangle 2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85615"/>
            <a:ext cx="7886700" cy="684447"/>
          </a:xfrm>
        </p:spPr>
        <p:txBody>
          <a:bodyPr vert="horz" lIns="91440" tIns="45720" rIns="91440" bIns="45720" rtlCol="0" anchor="ctr">
            <a:normAutofit/>
          </a:bodyPr>
          <a:lstStyle/>
          <a:p>
            <a:pPr algn="l" defTabSz="914400">
              <a:lnSpc>
                <a:spcPct val="90000"/>
              </a:lnSpc>
              <a:defRPr sz="3200" b="1">
                <a:solidFill>
                  <a:srgbClr val="00467A"/>
                </a:solidFill>
              </a:defRPr>
            </a:pPr>
            <a:r>
              <a:rPr lang="en-US" sz="3200" dirty="0"/>
              <a:t>Lessons Learned</a:t>
            </a:r>
          </a:p>
        </p:txBody>
      </p:sp>
      <p:sp>
        <p:nvSpPr>
          <p:cNvPr id="13" name="TextBox 12">
            <a:extLst>
              <a:ext uri="{FF2B5EF4-FFF2-40B4-BE49-F238E27FC236}">
                <a16:creationId xmlns:a16="http://schemas.microsoft.com/office/drawing/2014/main" id="{8EB2D501-AEF7-BB3F-5188-F7E05B6530B8}"/>
              </a:ext>
            </a:extLst>
          </p:cNvPr>
          <p:cNvSpPr txBox="1"/>
          <p:nvPr/>
        </p:nvSpPr>
        <p:spPr>
          <a:xfrm>
            <a:off x="1158463" y="6092797"/>
            <a:ext cx="6827073" cy="461665"/>
          </a:xfrm>
          <a:prstGeom prst="rect">
            <a:avLst/>
          </a:prstGeom>
          <a:noFill/>
        </p:spPr>
        <p:txBody>
          <a:bodyPr wrap="square">
            <a:spAutoFit/>
          </a:bodyPr>
          <a:lstStyle/>
          <a:p>
            <a:pPr algn="ctr">
              <a:spcAft>
                <a:spcPts val="600"/>
              </a:spcAft>
            </a:pPr>
            <a:r>
              <a:rPr lang="en-US" sz="1200" b="1" dirty="0">
                <a:solidFill>
                  <a:schemeClr val="tx2"/>
                </a:solidFill>
              </a:rPr>
              <a:t>“While technical skills can be learned quickly, it’s these soft skills that form the foundation for long-term success in any career.”</a:t>
            </a:r>
            <a:endParaRPr lang="en-CA" sz="1200" b="1" dirty="0">
              <a:solidFill>
                <a:schemeClr val="tx2"/>
              </a:solidFill>
            </a:endParaRPr>
          </a:p>
        </p:txBody>
      </p:sp>
      <p:graphicFrame>
        <p:nvGraphicFramePr>
          <p:cNvPr id="17" name="Content Placeholder 2">
            <a:extLst>
              <a:ext uri="{FF2B5EF4-FFF2-40B4-BE49-F238E27FC236}">
                <a16:creationId xmlns:a16="http://schemas.microsoft.com/office/drawing/2014/main" id="{85F0D125-CD71-2F4F-9EC2-90B0FE338F3A}"/>
              </a:ext>
            </a:extLst>
          </p:cNvPr>
          <p:cNvGraphicFramePr>
            <a:graphicFrameLocks noGrp="1"/>
          </p:cNvGraphicFramePr>
          <p:nvPr>
            <p:ph idx="1"/>
            <p:extLst>
              <p:ext uri="{D42A27DB-BD31-4B8C-83A1-F6EECF244321}">
                <p14:modId xmlns:p14="http://schemas.microsoft.com/office/powerpoint/2010/main" val="194152912"/>
              </p:ext>
            </p:extLst>
          </p:nvPr>
        </p:nvGraphicFramePr>
        <p:xfrm>
          <a:off x="628650" y="115771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defRPr sz="3200" b="1">
                <a:solidFill>
                  <a:srgbClr val="00467A"/>
                </a:solidFill>
              </a:defRPr>
            </a:pPr>
            <a:r>
              <a:rPr lang="en-CA" sz="3500">
                <a:solidFill>
                  <a:srgbClr val="FFFFFF"/>
                </a:solidFill>
              </a:rPr>
              <a:t>Appreciation &amp; Acknowledgements</a:t>
            </a:r>
          </a:p>
        </p:txBody>
      </p:sp>
      <p:sp>
        <p:nvSpPr>
          <p:cNvPr id="3" name="Content Placeholder 2"/>
          <p:cNvSpPr>
            <a:spLocks noGrp="1"/>
          </p:cNvSpPr>
          <p:nvPr>
            <p:ph idx="1"/>
          </p:nvPr>
        </p:nvSpPr>
        <p:spPr>
          <a:xfrm>
            <a:off x="683811" y="2540166"/>
            <a:ext cx="7156175" cy="3027766"/>
          </a:xfrm>
        </p:spPr>
        <p:txBody>
          <a:bodyPr anchor="ctr">
            <a:noAutofit/>
          </a:bodyPr>
          <a:lstStyle/>
          <a:p>
            <a:pPr>
              <a:lnSpc>
                <a:spcPct val="90000"/>
              </a:lnSpc>
              <a:buNone/>
            </a:pPr>
            <a:r>
              <a:rPr lang="en-US" sz="1800" dirty="0"/>
              <a:t>I would like to express my sincere gratitude to everyone who contributed</a:t>
            </a:r>
          </a:p>
          <a:p>
            <a:pPr>
              <a:lnSpc>
                <a:spcPct val="90000"/>
              </a:lnSpc>
              <a:buNone/>
            </a:pPr>
            <a:r>
              <a:rPr lang="en-US" sz="1800" dirty="0"/>
              <a:t>to the success of this project:</a:t>
            </a:r>
          </a:p>
          <a:p>
            <a:pPr marL="0" indent="0">
              <a:lnSpc>
                <a:spcPct val="90000"/>
              </a:lnSpc>
              <a:buNone/>
            </a:pPr>
            <a:endParaRPr lang="en-US" sz="1600" b="1" dirty="0"/>
          </a:p>
          <a:p>
            <a:pPr>
              <a:lnSpc>
                <a:spcPct val="90000"/>
              </a:lnSpc>
              <a:buFont typeface="Arial" panose="020B0604020202020204" pitchFamily="34" charset="0"/>
              <a:buChar char="•"/>
            </a:pPr>
            <a:r>
              <a:rPr lang="en-US" sz="1600" b="1" dirty="0"/>
              <a:t>Professor Priya</a:t>
            </a:r>
            <a:r>
              <a:rPr lang="en-US" sz="1600" dirty="0"/>
              <a:t> – For your consistent support, encouragement, and dedication to our learning journey. Your guidance has been instrumental in helping me explore new technologies and push beyond my limits.</a:t>
            </a:r>
          </a:p>
          <a:p>
            <a:pPr>
              <a:lnSpc>
                <a:spcPct val="90000"/>
              </a:lnSpc>
              <a:buFont typeface="Arial" panose="020B0604020202020204" pitchFamily="34" charset="0"/>
              <a:buChar char="•"/>
            </a:pPr>
            <a:endParaRPr lang="en-US" sz="1600" b="1" dirty="0"/>
          </a:p>
          <a:p>
            <a:pPr>
              <a:lnSpc>
                <a:spcPct val="90000"/>
              </a:lnSpc>
              <a:buFont typeface="Arial" panose="020B0604020202020204" pitchFamily="34" charset="0"/>
              <a:buChar char="•"/>
            </a:pPr>
            <a:r>
              <a:rPr lang="en-US" sz="1600" b="1" dirty="0"/>
              <a:t>My Peers and Schoolmates</a:t>
            </a:r>
            <a:r>
              <a:rPr lang="en-US" sz="1600" dirty="0"/>
              <a:t> – For your feedback, shared insights, and inspiration throughout the term.</a:t>
            </a:r>
          </a:p>
          <a:p>
            <a:pPr>
              <a:lnSpc>
                <a:spcPct val="90000"/>
              </a:lnSpc>
              <a:buFont typeface="Arial" panose="020B0604020202020204" pitchFamily="34" charset="0"/>
              <a:buChar char="•"/>
            </a:pPr>
            <a:endParaRPr lang="en-US" sz="1600" b="1" dirty="0"/>
          </a:p>
          <a:p>
            <a:pPr>
              <a:lnSpc>
                <a:spcPct val="90000"/>
              </a:lnSpc>
              <a:buFont typeface="Arial" panose="020B0604020202020204" pitchFamily="34" charset="0"/>
              <a:buChar char="•"/>
            </a:pPr>
            <a:r>
              <a:rPr lang="en-US" sz="1600" b="1" dirty="0"/>
              <a:t>Family and Friends - </a:t>
            </a:r>
            <a:r>
              <a:rPr lang="en-US" sz="1600" dirty="0"/>
              <a:t>Unwavering support, encouragement, and belief in me made this journey possible. My strength behind the scenes.</a:t>
            </a:r>
          </a:p>
          <a:p>
            <a:pPr>
              <a:lnSpc>
                <a:spcPct val="90000"/>
              </a:lnSpc>
              <a:buFont typeface="Arial" panose="020B0604020202020204" pitchFamily="34" charset="0"/>
              <a:buChar char="•"/>
            </a:pPr>
            <a:endParaRPr lang="en-US" sz="1600" b="1" dirty="0"/>
          </a:p>
          <a:p>
            <a:pPr>
              <a:lnSpc>
                <a:spcPct val="90000"/>
              </a:lnSpc>
              <a:buFont typeface="Arial" panose="020B0604020202020204" pitchFamily="34" charset="0"/>
              <a:buChar char="•"/>
            </a:pPr>
            <a:r>
              <a:rPr lang="en-US" sz="1600" b="1" dirty="0"/>
              <a:t>FurBot Users</a:t>
            </a:r>
            <a:r>
              <a:rPr lang="en-US" sz="1600" dirty="0"/>
              <a:t> – For testing the platform and providing valuable feedback that helped shape the user experience.</a:t>
            </a:r>
          </a:p>
          <a:p>
            <a:pPr>
              <a:lnSpc>
                <a:spcPct val="90000"/>
              </a:lnSpc>
              <a:buFont typeface="Arial" panose="020B0604020202020204" pitchFamily="34" charset="0"/>
              <a:buChar char="•"/>
            </a:pPr>
            <a:endParaRPr lang="en-US" sz="1600" b="1" dirty="0"/>
          </a:p>
          <a:p>
            <a:pPr>
              <a:lnSpc>
                <a:spcPct val="90000"/>
              </a:lnSpc>
              <a:buFont typeface="Arial" panose="020B0604020202020204" pitchFamily="34" charset="0"/>
              <a:buChar char="•"/>
            </a:pPr>
            <a:r>
              <a:rPr lang="en-US" sz="1600" b="1" dirty="0"/>
              <a:t>ChatGPT and GitHub Copilot</a:t>
            </a:r>
            <a:r>
              <a:rPr lang="en-US" sz="1600" dirty="0"/>
              <a:t> – For being my round-the-clock virtual development assistants.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defRPr sz="3200" b="1">
                <a:solidFill>
                  <a:srgbClr val="00467A"/>
                </a:solidFill>
              </a:defRPr>
            </a:pPr>
            <a:r>
              <a:rPr lang="en-CA" sz="4800" dirty="0">
                <a:solidFill>
                  <a:srgbClr val="FFFFFF"/>
                </a:solidFill>
              </a:rPr>
              <a:t>Thank You!</a:t>
            </a:r>
          </a:p>
        </p:txBody>
      </p:sp>
      <p:sp>
        <p:nvSpPr>
          <p:cNvPr id="3" name="Content Placeholder 2"/>
          <p:cNvSpPr>
            <a:spLocks noGrp="1"/>
          </p:cNvSpPr>
          <p:nvPr>
            <p:ph idx="1"/>
          </p:nvPr>
        </p:nvSpPr>
        <p:spPr>
          <a:xfrm>
            <a:off x="1028699" y="1885279"/>
            <a:ext cx="7293023" cy="1721066"/>
          </a:xfrm>
        </p:spPr>
        <p:txBody>
          <a:bodyPr anchor="ctr">
            <a:normAutofit/>
          </a:bodyPr>
          <a:lstStyle/>
          <a:p>
            <a:pPr>
              <a:defRPr sz="2000">
                <a:solidFill>
                  <a:srgbClr val="323232"/>
                </a:solidFill>
              </a:defRPr>
            </a:pPr>
            <a:r>
              <a:rPr lang="en-CA" sz="1700" dirty="0"/>
              <a:t>Questions?</a:t>
            </a:r>
          </a:p>
          <a:p>
            <a:pPr>
              <a:defRPr sz="2000">
                <a:solidFill>
                  <a:srgbClr val="323232"/>
                </a:solidFill>
              </a:defRPr>
            </a:pPr>
            <a:r>
              <a:rPr lang="en-CA" sz="1700" dirty="0"/>
              <a:t>GitHub: https://github.com/charlz1202/W25_4495_S1_CharlieM</a:t>
            </a:r>
          </a:p>
          <a:p>
            <a:pPr>
              <a:defRPr sz="2000">
                <a:solidFill>
                  <a:srgbClr val="323232"/>
                </a:solidFill>
              </a:defRPr>
            </a:pPr>
            <a:r>
              <a:rPr lang="en-CA" sz="1700" dirty="0"/>
              <a:t>Live Demo: https://furbot-production.up.railway.app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220</TotalTime>
  <Words>875</Words>
  <Application>Microsoft Office PowerPoint</Application>
  <PresentationFormat>On-screen Show (4:3)</PresentationFormat>
  <Paragraphs>93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FurBot – A Smart Assistant for Pet Owners</vt:lpstr>
      <vt:lpstr>Project Overview</vt:lpstr>
      <vt:lpstr>Project Novelty</vt:lpstr>
      <vt:lpstr>FurBot Utility</vt:lpstr>
      <vt:lpstr>🛠️ Technology Stack Overview</vt:lpstr>
      <vt:lpstr>System Architecture</vt:lpstr>
      <vt:lpstr>Challenges Faced</vt:lpstr>
      <vt:lpstr>Lessons Learned</vt:lpstr>
      <vt:lpstr>Appreciation &amp; Acknowledgements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Medialdea, Charlie A.</cp:lastModifiedBy>
  <cp:revision>5</cp:revision>
  <dcterms:created xsi:type="dcterms:W3CDTF">2013-01-27T09:14:16Z</dcterms:created>
  <dcterms:modified xsi:type="dcterms:W3CDTF">2025-04-13T21:47:22Z</dcterms:modified>
  <cp:category/>
</cp:coreProperties>
</file>